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9" r:id="rId4"/>
    <p:sldMasterId id="214748374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Inter Light"/>
      <p:regular r:id="rId22"/>
      <p:bold r:id="rId23"/>
      <p:italic r:id="rId24"/>
      <p:boldItalic r:id="rId25"/>
    </p:embeddedFont>
    <p:embeddedFont>
      <p:font typeface="Gowun Batang"/>
      <p:regular r:id="rId26"/>
      <p:bold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Inter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33" Type="http://schemas.openxmlformats.org/officeDocument/2006/relationships/font" Target="fonts/InterMedium-bold.fntdata"/><Relationship Id="rId32" Type="http://schemas.openxmlformats.org/officeDocument/2006/relationships/font" Target="fonts/InterMedium-regular.fntdata"/><Relationship Id="rId35" Type="http://schemas.openxmlformats.org/officeDocument/2006/relationships/font" Target="fonts/InterMedium-boldItalic.fntdata"/><Relationship Id="rId34" Type="http://schemas.openxmlformats.org/officeDocument/2006/relationships/font" Target="fonts/InterMedium-italic.fntdata"/><Relationship Id="rId20" Type="http://schemas.openxmlformats.org/officeDocument/2006/relationships/font" Target="fonts/InterSemiBold-italic.fntdata"/><Relationship Id="rId22" Type="http://schemas.openxmlformats.org/officeDocument/2006/relationships/font" Target="fonts/InterLight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Light-italic.fntdata"/><Relationship Id="rId23" Type="http://schemas.openxmlformats.org/officeDocument/2006/relationships/font" Target="fonts/InterLight-bold.fntdata"/><Relationship Id="rId26" Type="http://schemas.openxmlformats.org/officeDocument/2006/relationships/font" Target="fonts/GowunBatang-regular.fntdata"/><Relationship Id="rId25" Type="http://schemas.openxmlformats.org/officeDocument/2006/relationships/font" Target="fonts/InterLight-boldItalic.fntdata"/><Relationship Id="rId28" Type="http://schemas.openxmlformats.org/officeDocument/2006/relationships/font" Target="fonts/Inter-regular.fntdata"/><Relationship Id="rId27" Type="http://schemas.openxmlformats.org/officeDocument/2006/relationships/font" Target="fonts/GowunBatang-bold.fntdata"/><Relationship Id="rId29" Type="http://schemas.openxmlformats.org/officeDocument/2006/relationships/font" Target="fonts/Inte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h4ccd753bc4a859f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h4ccd753bc4a859f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h4ccd753bc4a859f3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h4ccd753bc4a859f3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h4ccd753bc4a859f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h4ccd753bc4a859f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h118d2be5bbed4e6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h118d2be5bbed4e6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h4ccd753bc4a859f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h4ccd753bc4a859f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h118d2be5bbed4e6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h118d2be5bbed4e6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h118d2be5bbed4e66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h118d2be5bbed4e6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h4ccd753bc4a859f3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h4ccd753bc4a859f3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h4ccd753bc4a859f3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h4ccd753bc4a859f3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h4ccd753bc4a859f3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h4ccd753bc4a859f3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h4ccd753bc4a859f3_0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h4ccd753bc4a859f3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1" type="blank">
  <p:cSld name="BLANK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5" name="Google Shape;55;p14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" name="Google Shape;56;p14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" name="Google Shape;57;p14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14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" name="Google Shape;60;p14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" name="Google Shape;61;p14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2" name="Google Shape;62;p14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3">
    <p:bg>
      <p:bgPr>
        <a:solidFill>
          <a:schemeClr val="lt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0" name="Google Shape;70;p1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1" name="Google Shape;71;p15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3" name="Google Shape;73;p15"/>
          <p:cNvSpPr txBox="1"/>
          <p:nvPr>
            <p:ph idx="5" type="title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4" name="Google Shape;74;p15"/>
          <p:cNvSpPr txBox="1"/>
          <p:nvPr>
            <p:ph idx="6" type="title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5" name="Google Shape;75;p15"/>
          <p:cNvSpPr txBox="1"/>
          <p:nvPr>
            <p:ph idx="7" type="title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6" name="Google Shape;76;p15"/>
          <p:cNvSpPr txBox="1"/>
          <p:nvPr>
            <p:ph idx="8" type="title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7" name="Google Shape;77;p15"/>
          <p:cNvSpPr txBox="1"/>
          <p:nvPr>
            <p:ph idx="9" type="title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ummary">
  <p:cSld name="BLANK_1_1_1_1_1_1_1_2_1"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1040950" y="1667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1041000" y="2309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1" name="Google Shape;81;p16"/>
          <p:cNvSpPr txBox="1"/>
          <p:nvPr>
            <p:ph idx="2" type="title"/>
          </p:nvPr>
        </p:nvSpPr>
        <p:spPr>
          <a:xfrm>
            <a:off x="3065850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body"/>
          </p:nvPr>
        </p:nvSpPr>
        <p:spPr>
          <a:xfrm>
            <a:off x="3065900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3" name="Google Shape;83;p16"/>
          <p:cNvSpPr txBox="1"/>
          <p:nvPr>
            <p:ph idx="4" type="title"/>
          </p:nvPr>
        </p:nvSpPr>
        <p:spPr>
          <a:xfrm>
            <a:off x="5090675" y="1667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body"/>
          </p:nvPr>
        </p:nvSpPr>
        <p:spPr>
          <a:xfrm>
            <a:off x="5090725" y="2309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5" name="Google Shape;85;p16"/>
          <p:cNvSpPr txBox="1"/>
          <p:nvPr>
            <p:ph idx="6" type="title"/>
          </p:nvPr>
        </p:nvSpPr>
        <p:spPr>
          <a:xfrm>
            <a:off x="7118725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7" type="body"/>
          </p:nvPr>
        </p:nvSpPr>
        <p:spPr>
          <a:xfrm>
            <a:off x="7118775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7" name="Google Shape;87;p16"/>
          <p:cNvSpPr txBox="1"/>
          <p:nvPr>
            <p:ph idx="8" type="title"/>
          </p:nvPr>
        </p:nvSpPr>
        <p:spPr>
          <a:xfrm>
            <a:off x="1040950" y="3584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9" type="body"/>
          </p:nvPr>
        </p:nvSpPr>
        <p:spPr>
          <a:xfrm>
            <a:off x="1041000" y="4226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" name="Google Shape;89;p16"/>
          <p:cNvSpPr txBox="1"/>
          <p:nvPr>
            <p:ph idx="13" type="title"/>
          </p:nvPr>
        </p:nvSpPr>
        <p:spPr>
          <a:xfrm>
            <a:off x="3065850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4" type="body"/>
          </p:nvPr>
        </p:nvSpPr>
        <p:spPr>
          <a:xfrm>
            <a:off x="3065900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1" name="Google Shape;91;p16"/>
          <p:cNvSpPr txBox="1"/>
          <p:nvPr>
            <p:ph idx="15" type="title"/>
          </p:nvPr>
        </p:nvSpPr>
        <p:spPr>
          <a:xfrm>
            <a:off x="5090675" y="3584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16" type="body"/>
          </p:nvPr>
        </p:nvSpPr>
        <p:spPr>
          <a:xfrm>
            <a:off x="5090725" y="4226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3" name="Google Shape;93;p16"/>
          <p:cNvSpPr txBox="1"/>
          <p:nvPr>
            <p:ph idx="17" type="title"/>
          </p:nvPr>
        </p:nvSpPr>
        <p:spPr>
          <a:xfrm>
            <a:off x="7118725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18" type="body"/>
          </p:nvPr>
        </p:nvSpPr>
        <p:spPr>
          <a:xfrm>
            <a:off x="7118775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5" name="Google Shape;95;p16"/>
          <p:cNvSpPr txBox="1"/>
          <p:nvPr>
            <p:ph idx="1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6" name="Google Shape;96;p16"/>
          <p:cNvSpPr txBox="1"/>
          <p:nvPr>
            <p:ph idx="20"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16"/>
          <p:cNvSpPr txBox="1"/>
          <p:nvPr>
            <p:ph idx="21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8" name="Google Shape;98;p16"/>
          <p:cNvSpPr txBox="1"/>
          <p:nvPr>
            <p:ph idx="2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" name="Google Shape;99;p16"/>
          <p:cNvSpPr txBox="1"/>
          <p:nvPr>
            <p:ph idx="23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10421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4" type="title"/>
          </p:nvPr>
        </p:nvSpPr>
        <p:spPr>
          <a:xfrm>
            <a:off x="486175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5" type="title"/>
          </p:nvPr>
        </p:nvSpPr>
        <p:spPr>
          <a:xfrm>
            <a:off x="29520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7" type="title"/>
          </p:nvPr>
        </p:nvSpPr>
        <p:spPr>
          <a:xfrm flipH="1">
            <a:off x="1046200" y="772500"/>
            <a:ext cx="5726100" cy="21255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8" type="subTitle"/>
          </p:nvPr>
        </p:nvSpPr>
        <p:spPr>
          <a:xfrm>
            <a:off x="1042100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9" type="title"/>
          </p:nvPr>
        </p:nvSpPr>
        <p:spPr>
          <a:xfrm>
            <a:off x="6771475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13" type="subTitle"/>
          </p:nvPr>
        </p:nvSpPr>
        <p:spPr>
          <a:xfrm>
            <a:off x="29514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14" type="subTitle"/>
          </p:nvPr>
        </p:nvSpPr>
        <p:spPr>
          <a:xfrm>
            <a:off x="48628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3" name="Google Shape;113;p17"/>
          <p:cNvSpPr txBox="1"/>
          <p:nvPr>
            <p:ph idx="15" type="subTitle"/>
          </p:nvPr>
        </p:nvSpPr>
        <p:spPr>
          <a:xfrm>
            <a:off x="6774249" y="3515850"/>
            <a:ext cx="18489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1">
  <p:cSld name="BLANK_1_4">
    <p:bg>
      <p:bgPr>
        <a:solidFill>
          <a:schemeClr val="lt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7876950" y="4432750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2" type="subTitle"/>
          </p:nvPr>
        </p:nvSpPr>
        <p:spPr>
          <a:xfrm>
            <a:off x="66165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3" type="subTitle"/>
          </p:nvPr>
        </p:nvSpPr>
        <p:spPr>
          <a:xfrm>
            <a:off x="53574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4" type="subTitle"/>
          </p:nvPr>
        </p:nvSpPr>
        <p:spPr>
          <a:xfrm>
            <a:off x="4097348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5" type="subTitle"/>
          </p:nvPr>
        </p:nvSpPr>
        <p:spPr>
          <a:xfrm>
            <a:off x="2829250" y="4432750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6" type="subTitle"/>
          </p:nvPr>
        </p:nvSpPr>
        <p:spPr>
          <a:xfrm>
            <a:off x="7876950" y="2287525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1" name="Google Shape;121;p18"/>
          <p:cNvSpPr txBox="1"/>
          <p:nvPr>
            <p:ph idx="7" type="subTitle"/>
          </p:nvPr>
        </p:nvSpPr>
        <p:spPr>
          <a:xfrm>
            <a:off x="66165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idx="8" type="subTitle"/>
          </p:nvPr>
        </p:nvSpPr>
        <p:spPr>
          <a:xfrm>
            <a:off x="53574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9" type="subTitle"/>
          </p:nvPr>
        </p:nvSpPr>
        <p:spPr>
          <a:xfrm>
            <a:off x="4097348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type="title"/>
          </p:nvPr>
        </p:nvSpPr>
        <p:spPr>
          <a:xfrm>
            <a:off x="519850" y="844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1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6" name="Google Shape;126;p18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7" name="Google Shape;127;p18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8" name="Google Shape;128;p18"/>
          <p:cNvSpPr txBox="1"/>
          <p:nvPr>
            <p:ph idx="1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29" name="Google Shape;129;p1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1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8"/>
          <p:cNvSpPr txBox="1"/>
          <p:nvPr>
            <p:ph idx="17" type="title"/>
          </p:nvPr>
        </p:nvSpPr>
        <p:spPr>
          <a:xfrm>
            <a:off x="519850" y="2986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18" type="subTitle"/>
          </p:nvPr>
        </p:nvSpPr>
        <p:spPr>
          <a:xfrm>
            <a:off x="2829250" y="2287525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3" name="Google Shape;133;p18"/>
          <p:cNvSpPr/>
          <p:nvPr>
            <p:ph idx="19" type="pic"/>
          </p:nvPr>
        </p:nvSpPr>
        <p:spPr>
          <a:xfrm>
            <a:off x="2833325" y="844900"/>
            <a:ext cx="1259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8"/>
          <p:cNvSpPr/>
          <p:nvPr>
            <p:ph idx="20" type="pic"/>
          </p:nvPr>
        </p:nvSpPr>
        <p:spPr>
          <a:xfrm>
            <a:off x="41020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8"/>
          <p:cNvSpPr/>
          <p:nvPr>
            <p:ph idx="21" type="pic"/>
          </p:nvPr>
        </p:nvSpPr>
        <p:spPr>
          <a:xfrm>
            <a:off x="536210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8"/>
          <p:cNvSpPr/>
          <p:nvPr>
            <p:ph idx="22" type="pic"/>
          </p:nvPr>
        </p:nvSpPr>
        <p:spPr>
          <a:xfrm>
            <a:off x="66221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8"/>
          <p:cNvSpPr/>
          <p:nvPr>
            <p:ph idx="23" type="pic"/>
          </p:nvPr>
        </p:nvSpPr>
        <p:spPr>
          <a:xfrm>
            <a:off x="7881550" y="844900"/>
            <a:ext cx="12624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8"/>
          <p:cNvSpPr/>
          <p:nvPr>
            <p:ph idx="24" type="pic"/>
          </p:nvPr>
        </p:nvSpPr>
        <p:spPr>
          <a:xfrm>
            <a:off x="2833325" y="2991250"/>
            <a:ext cx="1259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8"/>
          <p:cNvSpPr/>
          <p:nvPr>
            <p:ph idx="25" type="pic"/>
          </p:nvPr>
        </p:nvSpPr>
        <p:spPr>
          <a:xfrm>
            <a:off x="41020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8"/>
          <p:cNvSpPr/>
          <p:nvPr>
            <p:ph idx="26" type="pic"/>
          </p:nvPr>
        </p:nvSpPr>
        <p:spPr>
          <a:xfrm>
            <a:off x="536210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8"/>
          <p:cNvSpPr/>
          <p:nvPr>
            <p:ph idx="27" type="pic"/>
          </p:nvPr>
        </p:nvSpPr>
        <p:spPr>
          <a:xfrm>
            <a:off x="66221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18"/>
          <p:cNvSpPr/>
          <p:nvPr>
            <p:ph idx="28" type="pic"/>
          </p:nvPr>
        </p:nvSpPr>
        <p:spPr>
          <a:xfrm>
            <a:off x="7881550" y="2991250"/>
            <a:ext cx="1262400" cy="144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Milestones">
  <p:cSld name="BLANK_1_2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6777000" y="1805138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9"/>
          <p:cNvSpPr txBox="1"/>
          <p:nvPr>
            <p:ph idx="2" type="body"/>
          </p:nvPr>
        </p:nvSpPr>
        <p:spPr>
          <a:xfrm>
            <a:off x="4684800" y="1755750"/>
            <a:ext cx="2086500" cy="1212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6" name="Google Shape;146;p19"/>
          <p:cNvSpPr txBox="1"/>
          <p:nvPr>
            <p:ph idx="3" type="body"/>
          </p:nvPr>
        </p:nvSpPr>
        <p:spPr>
          <a:xfrm>
            <a:off x="4684800" y="3390775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4" type="subTitle"/>
          </p:nvPr>
        </p:nvSpPr>
        <p:spPr>
          <a:xfrm>
            <a:off x="6778383" y="3350950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5" type="subTitle"/>
          </p:nvPr>
        </p:nvSpPr>
        <p:spPr>
          <a:xfrm>
            <a:off x="6778457" y="3535750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6" type="body"/>
          </p:nvPr>
        </p:nvSpPr>
        <p:spPr>
          <a:xfrm>
            <a:off x="6777000" y="3955275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9"/>
          <p:cNvSpPr txBox="1"/>
          <p:nvPr>
            <p:ph idx="7" type="subTitle"/>
          </p:nvPr>
        </p:nvSpPr>
        <p:spPr>
          <a:xfrm>
            <a:off x="6778383" y="1200813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1" name="Google Shape;151;p19"/>
          <p:cNvSpPr txBox="1"/>
          <p:nvPr>
            <p:ph idx="8" type="subTitle"/>
          </p:nvPr>
        </p:nvSpPr>
        <p:spPr>
          <a:xfrm>
            <a:off x="6778457" y="1385613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9" type="subTitle"/>
          </p:nvPr>
        </p:nvSpPr>
        <p:spPr>
          <a:xfrm>
            <a:off x="518725" y="1576950"/>
            <a:ext cx="20793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3" name="Google Shape;153;p19"/>
          <p:cNvSpPr txBox="1"/>
          <p:nvPr>
            <p:ph idx="13" type="subTitle"/>
          </p:nvPr>
        </p:nvSpPr>
        <p:spPr>
          <a:xfrm>
            <a:off x="518800" y="1761750"/>
            <a:ext cx="20793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4" name="Google Shape;154;p19"/>
          <p:cNvSpPr txBox="1"/>
          <p:nvPr>
            <p:ph idx="14" type="body"/>
          </p:nvPr>
        </p:nvSpPr>
        <p:spPr>
          <a:xfrm>
            <a:off x="517325" y="2181275"/>
            <a:ext cx="20793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9"/>
          <p:cNvSpPr txBox="1"/>
          <p:nvPr>
            <p:ph idx="15" type="subTitle"/>
          </p:nvPr>
        </p:nvSpPr>
        <p:spPr>
          <a:xfrm>
            <a:off x="2599579" y="1576950"/>
            <a:ext cx="20850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16" type="subTitle"/>
          </p:nvPr>
        </p:nvSpPr>
        <p:spPr>
          <a:xfrm>
            <a:off x="2599654" y="1761750"/>
            <a:ext cx="20850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17" type="body"/>
          </p:nvPr>
        </p:nvSpPr>
        <p:spPr>
          <a:xfrm>
            <a:off x="2598175" y="2181275"/>
            <a:ext cx="20850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19"/>
          <p:cNvSpPr txBox="1"/>
          <p:nvPr>
            <p:ph idx="1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9"/>
          <p:cNvSpPr txBox="1"/>
          <p:nvPr>
            <p:ph idx="20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62" name="Google Shape;162;p1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1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9"/>
          <p:cNvSpPr txBox="1"/>
          <p:nvPr>
            <p:ph idx="21" type="title"/>
          </p:nvPr>
        </p:nvSpPr>
        <p:spPr>
          <a:xfrm>
            <a:off x="518575" y="3955025"/>
            <a:ext cx="20793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22" type="title"/>
          </p:nvPr>
        </p:nvSpPr>
        <p:spPr>
          <a:xfrm>
            <a:off x="2596700" y="3955025"/>
            <a:ext cx="20865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6" name="Google Shape;166;p19"/>
          <p:cNvSpPr txBox="1"/>
          <p:nvPr>
            <p:ph idx="23" type="subTitle"/>
          </p:nvPr>
        </p:nvSpPr>
        <p:spPr>
          <a:xfrm>
            <a:off x="4684800" y="1002050"/>
            <a:ext cx="2086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7" name="Google Shape;167;p19"/>
          <p:cNvSpPr txBox="1"/>
          <p:nvPr>
            <p:ph idx="24" type="subTitle"/>
          </p:nvPr>
        </p:nvSpPr>
        <p:spPr>
          <a:xfrm>
            <a:off x="4684871" y="1186850"/>
            <a:ext cx="2086500" cy="4803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8" name="Google Shape;168;p19"/>
          <p:cNvSpPr txBox="1"/>
          <p:nvPr>
            <p:ph idx="25" type="subTitle"/>
          </p:nvPr>
        </p:nvSpPr>
        <p:spPr>
          <a:xfrm>
            <a:off x="4684875" y="3088650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9" name="Google Shape;169;p19"/>
          <p:cNvSpPr txBox="1"/>
          <p:nvPr>
            <p:ph idx="26" type="subTitle"/>
          </p:nvPr>
        </p:nvSpPr>
        <p:spPr>
          <a:xfrm>
            <a:off x="4684875" y="4079075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70" name="Google Shape;170;p19"/>
          <p:cNvSpPr txBox="1"/>
          <p:nvPr>
            <p:ph idx="27" type="body"/>
          </p:nvPr>
        </p:nvSpPr>
        <p:spPr>
          <a:xfrm>
            <a:off x="4684800" y="4385550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oY Revenew Growth - ALT 1">
  <p:cSld name="BLANK_1_1_1_1_1_1_1_1_2_1_1"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3" name="Google Shape;173;p2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4" name="Google Shape;174;p20"/>
          <p:cNvSpPr/>
          <p:nvPr/>
        </p:nvSpPr>
        <p:spPr>
          <a:xfrm>
            <a:off x="802750" y="1006925"/>
            <a:ext cx="197400" cy="19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077650" y="1006925"/>
            <a:ext cx="197400" cy="19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77" name="Google Shape;177;p20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8" name="Google Shape;178;p2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9" name="Google Shape;179;p20"/>
          <p:cNvSpPr txBox="1"/>
          <p:nvPr>
            <p:ph idx="4" type="body"/>
          </p:nvPr>
        </p:nvSpPr>
        <p:spPr>
          <a:xfrm>
            <a:off x="6773750" y="1354750"/>
            <a:ext cx="1848900" cy="28836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80" name="Google Shape;180;p20"/>
          <p:cNvSpPr txBox="1"/>
          <p:nvPr>
            <p:ph idx="5"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81" name="Google Shape;181;p20"/>
          <p:cNvSpPr txBox="1"/>
          <p:nvPr>
            <p:ph idx="6" type="subTitle"/>
          </p:nvPr>
        </p:nvSpPr>
        <p:spPr>
          <a:xfrm>
            <a:off x="10001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20"/>
          <p:cNvSpPr txBox="1"/>
          <p:nvPr>
            <p:ph idx="7" type="subTitle"/>
          </p:nvPr>
        </p:nvSpPr>
        <p:spPr>
          <a:xfrm>
            <a:off x="22750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20"/>
          <p:cNvSpPr txBox="1"/>
          <p:nvPr>
            <p:ph idx="8" type="title"/>
          </p:nvPr>
        </p:nvSpPr>
        <p:spPr>
          <a:xfrm>
            <a:off x="772850" y="14820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4" name="Google Shape;184;p20"/>
          <p:cNvSpPr txBox="1"/>
          <p:nvPr>
            <p:ph idx="9" type="title"/>
          </p:nvPr>
        </p:nvSpPr>
        <p:spPr>
          <a:xfrm>
            <a:off x="772850" y="20587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5" name="Google Shape;185;p20"/>
          <p:cNvSpPr txBox="1"/>
          <p:nvPr>
            <p:ph idx="13" type="title"/>
          </p:nvPr>
        </p:nvSpPr>
        <p:spPr>
          <a:xfrm>
            <a:off x="772850" y="26353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6" name="Google Shape;186;p20"/>
          <p:cNvSpPr txBox="1"/>
          <p:nvPr>
            <p:ph idx="14" type="title"/>
          </p:nvPr>
        </p:nvSpPr>
        <p:spPr>
          <a:xfrm>
            <a:off x="772850" y="32120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7" name="Google Shape;187;p20"/>
          <p:cNvSpPr txBox="1"/>
          <p:nvPr>
            <p:ph idx="15" type="title"/>
          </p:nvPr>
        </p:nvSpPr>
        <p:spPr>
          <a:xfrm>
            <a:off x="772850" y="37886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8" name="Google Shape;188;p20"/>
          <p:cNvSpPr txBox="1"/>
          <p:nvPr>
            <p:ph idx="16" type="title"/>
          </p:nvPr>
        </p:nvSpPr>
        <p:spPr>
          <a:xfrm>
            <a:off x="772850" y="43653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idx="17" type="subTitle"/>
          </p:nvPr>
        </p:nvSpPr>
        <p:spPr>
          <a:xfrm>
            <a:off x="12524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90" name="Google Shape;190;p2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20"/>
          <p:cNvSpPr txBox="1"/>
          <p:nvPr>
            <p:ph idx="18" type="subTitle"/>
          </p:nvPr>
        </p:nvSpPr>
        <p:spPr>
          <a:xfrm>
            <a:off x="19273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2" name="Google Shape;192;p20"/>
          <p:cNvSpPr txBox="1"/>
          <p:nvPr>
            <p:ph idx="19" type="subTitle"/>
          </p:nvPr>
        </p:nvSpPr>
        <p:spPr>
          <a:xfrm>
            <a:off x="26022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3" name="Google Shape;193;p20"/>
          <p:cNvSpPr txBox="1"/>
          <p:nvPr>
            <p:ph idx="20" type="subTitle"/>
          </p:nvPr>
        </p:nvSpPr>
        <p:spPr>
          <a:xfrm>
            <a:off x="329706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4" name="Google Shape;194;p20"/>
          <p:cNvSpPr txBox="1"/>
          <p:nvPr>
            <p:ph idx="21" type="subTitle"/>
          </p:nvPr>
        </p:nvSpPr>
        <p:spPr>
          <a:xfrm>
            <a:off x="400183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5" name="Google Shape;195;p20"/>
          <p:cNvSpPr txBox="1"/>
          <p:nvPr>
            <p:ph idx="22" type="subTitle"/>
          </p:nvPr>
        </p:nvSpPr>
        <p:spPr>
          <a:xfrm>
            <a:off x="4711450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6" name="Google Shape;196;p20"/>
          <p:cNvSpPr txBox="1"/>
          <p:nvPr>
            <p:ph idx="23" type="subTitle"/>
          </p:nvPr>
        </p:nvSpPr>
        <p:spPr>
          <a:xfrm>
            <a:off x="542111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7" name="Google Shape;197;p20"/>
          <p:cNvSpPr txBox="1"/>
          <p:nvPr>
            <p:ph idx="24" type="subTitle"/>
          </p:nvPr>
        </p:nvSpPr>
        <p:spPr>
          <a:xfrm>
            <a:off x="613078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Highlights">
  <p:cSld name="BLANK_1_1_1_1_1_1_1_3_1">
    <p:bg>
      <p:bgPr>
        <a:solidFill>
          <a:schemeClr val="lt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idx="1" type="body"/>
          </p:nvPr>
        </p:nvSpPr>
        <p:spPr>
          <a:xfrm>
            <a:off x="5810300" y="1307625"/>
            <a:ext cx="2812500" cy="2065800"/>
          </a:xfrm>
          <a:prstGeom prst="rect">
            <a:avLst/>
          </a:prstGeom>
        </p:spPr>
        <p:txBody>
          <a:bodyPr anchorCtr="0" anchor="t" bIns="182875" lIns="182875" spcFirstLastPara="1" rIns="182875" wrap="square" tIns="2743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0" name="Google Shape;200;p21"/>
          <p:cNvSpPr txBox="1"/>
          <p:nvPr>
            <p:ph type="title"/>
          </p:nvPr>
        </p:nvSpPr>
        <p:spPr>
          <a:xfrm>
            <a:off x="520900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201" name="Google Shape;201;p21"/>
          <p:cNvSpPr txBox="1"/>
          <p:nvPr>
            <p:ph idx="2" type="title"/>
          </p:nvPr>
        </p:nvSpPr>
        <p:spPr>
          <a:xfrm>
            <a:off x="520900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2" name="Google Shape;202;p21"/>
          <p:cNvSpPr txBox="1"/>
          <p:nvPr>
            <p:ph idx="3" type="subTitle"/>
          </p:nvPr>
        </p:nvSpPr>
        <p:spPr>
          <a:xfrm>
            <a:off x="520900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3" name="Google Shape;203;p21"/>
          <p:cNvSpPr txBox="1"/>
          <p:nvPr>
            <p:ph idx="4" type="title"/>
          </p:nvPr>
        </p:nvSpPr>
        <p:spPr>
          <a:xfrm>
            <a:off x="520900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4" name="Google Shape;204;p21"/>
          <p:cNvSpPr txBox="1"/>
          <p:nvPr>
            <p:ph idx="5" type="title"/>
          </p:nvPr>
        </p:nvSpPr>
        <p:spPr>
          <a:xfrm>
            <a:off x="3167188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205" name="Google Shape;205;p21"/>
          <p:cNvSpPr txBox="1"/>
          <p:nvPr>
            <p:ph idx="6" type="title"/>
          </p:nvPr>
        </p:nvSpPr>
        <p:spPr>
          <a:xfrm>
            <a:off x="3167188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7" type="subTitle"/>
          </p:nvPr>
        </p:nvSpPr>
        <p:spPr>
          <a:xfrm>
            <a:off x="3167188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8" type="title"/>
          </p:nvPr>
        </p:nvSpPr>
        <p:spPr>
          <a:xfrm>
            <a:off x="3167188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8" name="Google Shape;208;p21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09" name="Google Shape;209;p21"/>
          <p:cNvSpPr txBox="1"/>
          <p:nvPr>
            <p:ph idx="13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10" name="Google Shape;210;p21"/>
          <p:cNvSpPr txBox="1"/>
          <p:nvPr>
            <p:ph idx="14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211" name="Google Shape;211;p2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2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2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21"/>
          <p:cNvSpPr txBox="1"/>
          <p:nvPr>
            <p:ph idx="1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16" name="Google Shape;216;p21"/>
          <p:cNvSpPr txBox="1"/>
          <p:nvPr>
            <p:ph idx="1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17" name="Google Shape;217;p21"/>
          <p:cNvCxnSpPr/>
          <p:nvPr/>
        </p:nvCxnSpPr>
        <p:spPr>
          <a:xfrm>
            <a:off x="8622700" y="334925"/>
            <a:ext cx="0" cy="4814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1"/>
          <p:cNvSpPr txBox="1"/>
          <p:nvPr>
            <p:ph idx="17" type="title"/>
          </p:nvPr>
        </p:nvSpPr>
        <p:spPr>
          <a:xfrm>
            <a:off x="520900" y="3466625"/>
            <a:ext cx="1848600" cy="2790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21"/>
          <p:cNvSpPr txBox="1"/>
          <p:nvPr>
            <p:ph idx="18" type="subTitle"/>
          </p:nvPr>
        </p:nvSpPr>
        <p:spPr>
          <a:xfrm>
            <a:off x="524135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0" name="Google Shape;220;p21"/>
          <p:cNvSpPr txBox="1"/>
          <p:nvPr>
            <p:ph idx="19" type="title"/>
          </p:nvPr>
        </p:nvSpPr>
        <p:spPr>
          <a:xfrm>
            <a:off x="520900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1" name="Google Shape;221;p21"/>
          <p:cNvSpPr txBox="1"/>
          <p:nvPr>
            <p:ph idx="20" type="subTitle"/>
          </p:nvPr>
        </p:nvSpPr>
        <p:spPr>
          <a:xfrm>
            <a:off x="2374473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2" name="Google Shape;222;p21"/>
          <p:cNvSpPr txBox="1"/>
          <p:nvPr>
            <p:ph idx="21" type="title"/>
          </p:nvPr>
        </p:nvSpPr>
        <p:spPr>
          <a:xfrm>
            <a:off x="2371238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22" type="subTitle"/>
          </p:nvPr>
        </p:nvSpPr>
        <p:spPr>
          <a:xfrm>
            <a:off x="4225138" y="4213928"/>
            <a:ext cx="1764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4" name="Google Shape;224;p21"/>
          <p:cNvSpPr txBox="1"/>
          <p:nvPr>
            <p:ph idx="23" type="title"/>
          </p:nvPr>
        </p:nvSpPr>
        <p:spPr>
          <a:xfrm>
            <a:off x="4222050" y="3745650"/>
            <a:ext cx="1764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24" type="subTitle"/>
          </p:nvPr>
        </p:nvSpPr>
        <p:spPr>
          <a:xfrm>
            <a:off x="6772301" y="4214250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25" type="title"/>
          </p:nvPr>
        </p:nvSpPr>
        <p:spPr>
          <a:xfrm>
            <a:off x="6772300" y="3745650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Gowun Batang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rational Performance">
  <p:cSld name="BLANK_1_5_1"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>
            <p:ph type="title"/>
          </p:nvPr>
        </p:nvSpPr>
        <p:spPr>
          <a:xfrm>
            <a:off x="4675375" y="337597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9" name="Google Shape;229;p22"/>
          <p:cNvSpPr txBox="1"/>
          <p:nvPr>
            <p:ph idx="2" type="title"/>
          </p:nvPr>
        </p:nvSpPr>
        <p:spPr>
          <a:xfrm>
            <a:off x="34292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0" name="Google Shape;230;p22"/>
          <p:cNvSpPr txBox="1"/>
          <p:nvPr>
            <p:ph idx="3" type="title"/>
          </p:nvPr>
        </p:nvSpPr>
        <p:spPr>
          <a:xfrm>
            <a:off x="4675375" y="1475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1" name="Google Shape;231;p22"/>
          <p:cNvSpPr txBox="1"/>
          <p:nvPr>
            <p:ph idx="4" type="title"/>
          </p:nvPr>
        </p:nvSpPr>
        <p:spPr>
          <a:xfrm>
            <a:off x="4675375" y="2107788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2" name="Google Shape;232;p22"/>
          <p:cNvSpPr txBox="1"/>
          <p:nvPr>
            <p:ph idx="5" type="title"/>
          </p:nvPr>
        </p:nvSpPr>
        <p:spPr>
          <a:xfrm>
            <a:off x="4675375" y="2740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6" type="title"/>
          </p:nvPr>
        </p:nvSpPr>
        <p:spPr>
          <a:xfrm>
            <a:off x="4675375" y="4007325"/>
            <a:ext cx="10560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4" name="Google Shape;234;p22"/>
          <p:cNvSpPr txBox="1"/>
          <p:nvPr>
            <p:ph idx="7" type="title"/>
          </p:nvPr>
        </p:nvSpPr>
        <p:spPr>
          <a:xfrm>
            <a:off x="34292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8" type="title"/>
          </p:nvPr>
        </p:nvSpPr>
        <p:spPr>
          <a:xfrm>
            <a:off x="34292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6" name="Google Shape;236;p22"/>
          <p:cNvSpPr txBox="1"/>
          <p:nvPr>
            <p:ph idx="9" type="title"/>
          </p:nvPr>
        </p:nvSpPr>
        <p:spPr>
          <a:xfrm>
            <a:off x="34292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13" type="title"/>
          </p:nvPr>
        </p:nvSpPr>
        <p:spPr>
          <a:xfrm>
            <a:off x="34292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8" name="Google Shape;238;p22"/>
          <p:cNvSpPr txBox="1"/>
          <p:nvPr>
            <p:ph idx="14" type="title"/>
          </p:nvPr>
        </p:nvSpPr>
        <p:spPr>
          <a:xfrm>
            <a:off x="21841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15" type="title"/>
          </p:nvPr>
        </p:nvSpPr>
        <p:spPr>
          <a:xfrm>
            <a:off x="21841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0" name="Google Shape;240;p22"/>
          <p:cNvSpPr txBox="1"/>
          <p:nvPr>
            <p:ph idx="16" type="title"/>
          </p:nvPr>
        </p:nvSpPr>
        <p:spPr>
          <a:xfrm>
            <a:off x="21841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17" type="title"/>
          </p:nvPr>
        </p:nvSpPr>
        <p:spPr>
          <a:xfrm>
            <a:off x="21841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2" name="Google Shape;242;p22"/>
          <p:cNvSpPr txBox="1"/>
          <p:nvPr>
            <p:ph idx="18" type="title"/>
          </p:nvPr>
        </p:nvSpPr>
        <p:spPr>
          <a:xfrm>
            <a:off x="21841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19" type="title"/>
          </p:nvPr>
        </p:nvSpPr>
        <p:spPr>
          <a:xfrm>
            <a:off x="522075" y="33755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4" name="Google Shape;244;p22"/>
          <p:cNvSpPr txBox="1"/>
          <p:nvPr>
            <p:ph idx="20" type="title"/>
          </p:nvPr>
        </p:nvSpPr>
        <p:spPr>
          <a:xfrm>
            <a:off x="21831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21" type="title"/>
          </p:nvPr>
        </p:nvSpPr>
        <p:spPr>
          <a:xfrm>
            <a:off x="34292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22" type="title"/>
          </p:nvPr>
        </p:nvSpPr>
        <p:spPr>
          <a:xfrm>
            <a:off x="522075" y="1474600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23" type="title"/>
          </p:nvPr>
        </p:nvSpPr>
        <p:spPr>
          <a:xfrm>
            <a:off x="522075" y="210856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8" name="Google Shape;248;p22"/>
          <p:cNvSpPr txBox="1"/>
          <p:nvPr>
            <p:ph idx="24" type="title"/>
          </p:nvPr>
        </p:nvSpPr>
        <p:spPr>
          <a:xfrm>
            <a:off x="522075" y="27404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9" name="Google Shape;249;p22"/>
          <p:cNvSpPr txBox="1"/>
          <p:nvPr>
            <p:ph idx="25" type="title"/>
          </p:nvPr>
        </p:nvSpPr>
        <p:spPr>
          <a:xfrm>
            <a:off x="522075" y="4005674"/>
            <a:ext cx="1661100" cy="609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50" name="Google Shape;250;p22"/>
          <p:cNvSpPr txBox="1"/>
          <p:nvPr>
            <p:ph idx="26" type="title"/>
          </p:nvPr>
        </p:nvSpPr>
        <p:spPr>
          <a:xfrm>
            <a:off x="5731300" y="147500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1" name="Google Shape;251;p22"/>
          <p:cNvSpPr txBox="1"/>
          <p:nvPr>
            <p:ph idx="27" type="title"/>
          </p:nvPr>
        </p:nvSpPr>
        <p:spPr>
          <a:xfrm>
            <a:off x="5731300" y="2107788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2" name="Google Shape;252;p22"/>
          <p:cNvSpPr txBox="1"/>
          <p:nvPr>
            <p:ph idx="28" type="title"/>
          </p:nvPr>
        </p:nvSpPr>
        <p:spPr>
          <a:xfrm>
            <a:off x="5731300" y="274115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3" name="Google Shape;253;p22"/>
          <p:cNvSpPr txBox="1"/>
          <p:nvPr>
            <p:ph idx="29" type="title"/>
          </p:nvPr>
        </p:nvSpPr>
        <p:spPr>
          <a:xfrm>
            <a:off x="5731300" y="4011450"/>
            <a:ext cx="2891400" cy="603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4" name="Google Shape;254;p2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22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22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57" name="Google Shape;257;p2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22"/>
          <p:cNvSpPr txBox="1"/>
          <p:nvPr>
            <p:ph idx="32" type="title"/>
          </p:nvPr>
        </p:nvSpPr>
        <p:spPr>
          <a:xfrm>
            <a:off x="5731300" y="3374175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33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1">
  <p:cSld name="BLANK_1_1_1_1_1_1_1_1_1_1">
    <p:bg>
      <p:bgPr>
        <a:solidFill>
          <a:schemeClr val="lt2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 txBox="1"/>
          <p:nvPr>
            <p:ph type="title"/>
          </p:nvPr>
        </p:nvSpPr>
        <p:spPr>
          <a:xfrm>
            <a:off x="521250" y="841675"/>
            <a:ext cx="1923300" cy="3842100"/>
          </a:xfrm>
          <a:prstGeom prst="rect">
            <a:avLst/>
          </a:prstGeom>
        </p:spPr>
        <p:txBody>
          <a:bodyPr anchorCtr="0" anchor="t" bIns="91425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2" type="title"/>
          </p:nvPr>
        </p:nvSpPr>
        <p:spPr>
          <a:xfrm>
            <a:off x="24451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3" type="title"/>
          </p:nvPr>
        </p:nvSpPr>
        <p:spPr>
          <a:xfrm>
            <a:off x="467860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4" type="title"/>
          </p:nvPr>
        </p:nvSpPr>
        <p:spPr>
          <a:xfrm>
            <a:off x="69120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1" type="body"/>
          </p:nvPr>
        </p:nvSpPr>
        <p:spPr>
          <a:xfrm>
            <a:off x="244490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67" name="Google Shape;267;p23"/>
          <p:cNvSpPr txBox="1"/>
          <p:nvPr>
            <p:ph idx="5" type="body"/>
          </p:nvPr>
        </p:nvSpPr>
        <p:spPr>
          <a:xfrm>
            <a:off x="691325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68" name="Google Shape;268;p23"/>
          <p:cNvSpPr txBox="1"/>
          <p:nvPr>
            <p:ph idx="6" type="title"/>
          </p:nvPr>
        </p:nvSpPr>
        <p:spPr>
          <a:xfrm>
            <a:off x="75834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9" name="Google Shape;269;p23"/>
          <p:cNvSpPr txBox="1"/>
          <p:nvPr>
            <p:ph idx="7" type="subTitle"/>
          </p:nvPr>
        </p:nvSpPr>
        <p:spPr>
          <a:xfrm>
            <a:off x="69122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8" type="subTitle"/>
          </p:nvPr>
        </p:nvSpPr>
        <p:spPr>
          <a:xfrm>
            <a:off x="69122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9" type="subTitle"/>
          </p:nvPr>
        </p:nvSpPr>
        <p:spPr>
          <a:xfrm>
            <a:off x="69122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13" type="title"/>
          </p:nvPr>
        </p:nvSpPr>
        <p:spPr>
          <a:xfrm>
            <a:off x="75834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14" type="title"/>
          </p:nvPr>
        </p:nvSpPr>
        <p:spPr>
          <a:xfrm>
            <a:off x="75834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15" type="title"/>
          </p:nvPr>
        </p:nvSpPr>
        <p:spPr>
          <a:xfrm>
            <a:off x="85350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16" type="title"/>
          </p:nvPr>
        </p:nvSpPr>
        <p:spPr>
          <a:xfrm>
            <a:off x="85350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7" type="title"/>
          </p:nvPr>
        </p:nvSpPr>
        <p:spPr>
          <a:xfrm>
            <a:off x="85350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18" type="title"/>
          </p:nvPr>
        </p:nvSpPr>
        <p:spPr>
          <a:xfrm>
            <a:off x="53499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19" type="subTitle"/>
          </p:nvPr>
        </p:nvSpPr>
        <p:spPr>
          <a:xfrm>
            <a:off x="46787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20" type="subTitle"/>
          </p:nvPr>
        </p:nvSpPr>
        <p:spPr>
          <a:xfrm>
            <a:off x="46787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21" type="subTitle"/>
          </p:nvPr>
        </p:nvSpPr>
        <p:spPr>
          <a:xfrm>
            <a:off x="46787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22" type="title"/>
          </p:nvPr>
        </p:nvSpPr>
        <p:spPr>
          <a:xfrm>
            <a:off x="53499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23" type="title"/>
          </p:nvPr>
        </p:nvSpPr>
        <p:spPr>
          <a:xfrm>
            <a:off x="53499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24" type="title"/>
          </p:nvPr>
        </p:nvSpPr>
        <p:spPr>
          <a:xfrm>
            <a:off x="3112275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25" type="subTitle"/>
          </p:nvPr>
        </p:nvSpPr>
        <p:spPr>
          <a:xfrm>
            <a:off x="2441100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26" type="subTitle"/>
          </p:nvPr>
        </p:nvSpPr>
        <p:spPr>
          <a:xfrm>
            <a:off x="2441100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7" type="subTitle"/>
          </p:nvPr>
        </p:nvSpPr>
        <p:spPr>
          <a:xfrm>
            <a:off x="2441100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8" type="title"/>
          </p:nvPr>
        </p:nvSpPr>
        <p:spPr>
          <a:xfrm>
            <a:off x="3112275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8" name="Google Shape;288;p23"/>
          <p:cNvSpPr txBox="1"/>
          <p:nvPr/>
        </p:nvSpPr>
        <p:spPr>
          <a:xfrm>
            <a:off x="5762125" y="3346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00%</a:t>
            </a:r>
            <a:endParaRPr sz="10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89" name="Google Shape;289;p23"/>
          <p:cNvSpPr txBox="1"/>
          <p:nvPr>
            <p:ph idx="2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0" name="Google Shape;290;p23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1" name="Google Shape;291;p23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92" name="Google Shape;292;p2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2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23"/>
          <p:cNvSpPr txBox="1"/>
          <p:nvPr>
            <p:ph idx="32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5" name="Google Shape;295;p23"/>
          <p:cNvSpPr txBox="1"/>
          <p:nvPr>
            <p:ph idx="33" type="title"/>
          </p:nvPr>
        </p:nvSpPr>
        <p:spPr>
          <a:xfrm>
            <a:off x="3112275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6" name="Google Shape;296;p23"/>
          <p:cNvSpPr txBox="1"/>
          <p:nvPr>
            <p:ph idx="34" type="title"/>
          </p:nvPr>
        </p:nvSpPr>
        <p:spPr>
          <a:xfrm>
            <a:off x="4067600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7" name="Google Shape;297;p23"/>
          <p:cNvSpPr txBox="1"/>
          <p:nvPr>
            <p:ph idx="35" type="title"/>
          </p:nvPr>
        </p:nvSpPr>
        <p:spPr>
          <a:xfrm>
            <a:off x="4067600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8" name="Google Shape;298;p23"/>
          <p:cNvSpPr txBox="1"/>
          <p:nvPr>
            <p:ph idx="36" type="title"/>
          </p:nvPr>
        </p:nvSpPr>
        <p:spPr>
          <a:xfrm>
            <a:off x="4067600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9" name="Google Shape;299;p23"/>
          <p:cNvSpPr txBox="1"/>
          <p:nvPr>
            <p:ph idx="37" type="title"/>
          </p:nvPr>
        </p:nvSpPr>
        <p:spPr>
          <a:xfrm>
            <a:off x="63015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00" name="Google Shape;300;p23"/>
          <p:cNvSpPr txBox="1"/>
          <p:nvPr>
            <p:ph idx="38" type="title"/>
          </p:nvPr>
        </p:nvSpPr>
        <p:spPr>
          <a:xfrm>
            <a:off x="63015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01" name="Google Shape;301;p23"/>
          <p:cNvSpPr txBox="1"/>
          <p:nvPr>
            <p:ph idx="39" type="title"/>
          </p:nvPr>
        </p:nvSpPr>
        <p:spPr>
          <a:xfrm>
            <a:off x="63015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tatus">
  <p:cSld name="BLANK_1_1_1_1_1_1_1_2_2">
    <p:bg>
      <p:bgPr>
        <a:solidFill>
          <a:schemeClr val="dk2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05" name="Google Shape;305;p2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2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24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4" type="subTitle"/>
          </p:nvPr>
        </p:nvSpPr>
        <p:spPr>
          <a:xfrm>
            <a:off x="13035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10" name="Google Shape;310;p24"/>
          <p:cNvSpPr txBox="1"/>
          <p:nvPr>
            <p:ph idx="5" type="subTitle"/>
          </p:nvPr>
        </p:nvSpPr>
        <p:spPr>
          <a:xfrm>
            <a:off x="52234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11" name="Google Shape;311;p24"/>
          <p:cNvSpPr txBox="1"/>
          <p:nvPr>
            <p:ph idx="6" type="subTitle"/>
          </p:nvPr>
        </p:nvSpPr>
        <p:spPr>
          <a:xfrm>
            <a:off x="1285875" y="335560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7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8" type="subTitle"/>
          </p:nvPr>
        </p:nvSpPr>
        <p:spPr>
          <a:xfrm>
            <a:off x="1285875" y="369023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9" type="subTitle"/>
          </p:nvPr>
        </p:nvSpPr>
        <p:spPr>
          <a:xfrm>
            <a:off x="1285875" y="402938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13" type="subTitle"/>
          </p:nvPr>
        </p:nvSpPr>
        <p:spPr>
          <a:xfrm>
            <a:off x="1285875" y="436855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4" type="subTitle"/>
          </p:nvPr>
        </p:nvSpPr>
        <p:spPr>
          <a:xfrm>
            <a:off x="34157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17" name="Google Shape;317;p24"/>
          <p:cNvSpPr txBox="1"/>
          <p:nvPr>
            <p:ph idx="15" type="subTitle"/>
          </p:nvPr>
        </p:nvSpPr>
        <p:spPr>
          <a:xfrm>
            <a:off x="34157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6" type="subTitle"/>
          </p:nvPr>
        </p:nvSpPr>
        <p:spPr>
          <a:xfrm>
            <a:off x="34157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7" type="subTitle"/>
          </p:nvPr>
        </p:nvSpPr>
        <p:spPr>
          <a:xfrm>
            <a:off x="34157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8" type="subTitle"/>
          </p:nvPr>
        </p:nvSpPr>
        <p:spPr>
          <a:xfrm>
            <a:off x="738300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1" name="Google Shape;321;p24"/>
          <p:cNvSpPr txBox="1"/>
          <p:nvPr>
            <p:ph idx="19" type="subTitle"/>
          </p:nvPr>
        </p:nvSpPr>
        <p:spPr>
          <a:xfrm>
            <a:off x="738300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2" name="Google Shape;322;p24"/>
          <p:cNvSpPr txBox="1"/>
          <p:nvPr>
            <p:ph idx="20" type="subTitle"/>
          </p:nvPr>
        </p:nvSpPr>
        <p:spPr>
          <a:xfrm>
            <a:off x="738300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3" name="Google Shape;323;p24"/>
          <p:cNvSpPr txBox="1"/>
          <p:nvPr>
            <p:ph idx="21" type="subTitle"/>
          </p:nvPr>
        </p:nvSpPr>
        <p:spPr>
          <a:xfrm>
            <a:off x="738300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4" name="Google Shape;324;p24"/>
          <p:cNvSpPr txBox="1"/>
          <p:nvPr>
            <p:ph idx="22" type="subTitle"/>
          </p:nvPr>
        </p:nvSpPr>
        <p:spPr>
          <a:xfrm>
            <a:off x="52234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23" type="subTitle"/>
          </p:nvPr>
        </p:nvSpPr>
        <p:spPr>
          <a:xfrm>
            <a:off x="52234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6" name="Google Shape;326;p24"/>
          <p:cNvSpPr txBox="1"/>
          <p:nvPr>
            <p:ph idx="24" type="subTitle"/>
          </p:nvPr>
        </p:nvSpPr>
        <p:spPr>
          <a:xfrm>
            <a:off x="52234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7" name="Google Shape;327;p24"/>
          <p:cNvSpPr txBox="1"/>
          <p:nvPr>
            <p:ph idx="25" type="subTitle"/>
          </p:nvPr>
        </p:nvSpPr>
        <p:spPr>
          <a:xfrm>
            <a:off x="52234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8" name="Google Shape;328;p24"/>
          <p:cNvSpPr txBox="1"/>
          <p:nvPr>
            <p:ph idx="26" type="body"/>
          </p:nvPr>
        </p:nvSpPr>
        <p:spPr>
          <a:xfrm>
            <a:off x="1285875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9" name="Google Shape;329;p24"/>
          <p:cNvSpPr txBox="1"/>
          <p:nvPr>
            <p:ph idx="27" type="body"/>
          </p:nvPr>
        </p:nvSpPr>
        <p:spPr>
          <a:xfrm>
            <a:off x="5223450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21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deadline">
  <p:cSld name="BLANK_1_1_1_1_1_1_1_2">
    <p:bg>
      <p:bgPr>
        <a:solidFill>
          <a:schemeClr val="lt2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2" name="Google Shape;332;p25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333" name="Google Shape;333;p2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2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25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6" name="Google Shape;336;p2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7" name="Google Shape;337;p25"/>
          <p:cNvSpPr txBox="1"/>
          <p:nvPr>
            <p:ph idx="4" type="body"/>
          </p:nvPr>
        </p:nvSpPr>
        <p:spPr>
          <a:xfrm>
            <a:off x="1285875" y="1558900"/>
            <a:ext cx="2803800" cy="2499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8" name="Google Shape;338;p25"/>
          <p:cNvSpPr txBox="1"/>
          <p:nvPr>
            <p:ph idx="5" type="subTitle"/>
          </p:nvPr>
        </p:nvSpPr>
        <p:spPr>
          <a:xfrm>
            <a:off x="5196350" y="1462025"/>
            <a:ext cx="2307600" cy="2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9" name="Google Shape;339;p25"/>
          <p:cNvSpPr txBox="1"/>
          <p:nvPr>
            <p:ph idx="6" type="subTitle"/>
          </p:nvPr>
        </p:nvSpPr>
        <p:spPr>
          <a:xfrm>
            <a:off x="5196350" y="1991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40" name="Google Shape;340;p25"/>
          <p:cNvSpPr txBox="1"/>
          <p:nvPr>
            <p:ph idx="7" type="subTitle"/>
          </p:nvPr>
        </p:nvSpPr>
        <p:spPr>
          <a:xfrm>
            <a:off x="5196350" y="2700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41" name="Google Shape;341;p25"/>
          <p:cNvSpPr txBox="1"/>
          <p:nvPr>
            <p:ph idx="8" type="subTitle"/>
          </p:nvPr>
        </p:nvSpPr>
        <p:spPr>
          <a:xfrm>
            <a:off x="5196350" y="352022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42" name="Google Shape;342;p25"/>
          <p:cNvSpPr txBox="1"/>
          <p:nvPr>
            <p:ph idx="9" type="subTitle"/>
          </p:nvPr>
        </p:nvSpPr>
        <p:spPr>
          <a:xfrm>
            <a:off x="5196350" y="42640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43" name="Google Shape;343;p25"/>
          <p:cNvSpPr txBox="1"/>
          <p:nvPr>
            <p:ph idx="13" type="body"/>
          </p:nvPr>
        </p:nvSpPr>
        <p:spPr>
          <a:xfrm>
            <a:off x="6165050" y="18458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4" name="Google Shape;344;p25"/>
          <p:cNvSpPr txBox="1"/>
          <p:nvPr>
            <p:ph idx="14" type="body"/>
          </p:nvPr>
        </p:nvSpPr>
        <p:spPr>
          <a:xfrm>
            <a:off x="6165050" y="26310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5" name="Google Shape;345;p25"/>
          <p:cNvSpPr txBox="1"/>
          <p:nvPr>
            <p:ph idx="15" type="body"/>
          </p:nvPr>
        </p:nvSpPr>
        <p:spPr>
          <a:xfrm>
            <a:off x="6165050" y="337487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6" name="Google Shape;346;p25"/>
          <p:cNvSpPr txBox="1"/>
          <p:nvPr>
            <p:ph idx="16" type="body"/>
          </p:nvPr>
        </p:nvSpPr>
        <p:spPr>
          <a:xfrm>
            <a:off x="6165050" y="41187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7" name="Google Shape;347;p25"/>
          <p:cNvSpPr txBox="1"/>
          <p:nvPr>
            <p:ph idx="17" type="subTitle"/>
          </p:nvPr>
        </p:nvSpPr>
        <p:spPr>
          <a:xfrm>
            <a:off x="1356350" y="4384150"/>
            <a:ext cx="2413200" cy="20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i="1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48" name="Google Shape;348;p25"/>
          <p:cNvSpPr txBox="1"/>
          <p:nvPr>
            <p:ph idx="18" type="subTitle"/>
          </p:nvPr>
        </p:nvSpPr>
        <p:spPr>
          <a:xfrm>
            <a:off x="1042428" y="338324"/>
            <a:ext cx="5186400" cy="329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">
  <p:cSld name="BLANK_1_1_1_1_1_1_1_2_3">
    <p:bg>
      <p:bgPr>
        <a:solidFill>
          <a:schemeClr val="lt2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6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351" name="Google Shape;351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2" name="Google Shape;352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3" name="Google Shape;353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54" name="Google Shape;354;p26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55" name="Google Shape;355;p2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26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2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2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26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2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26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bg>
      <p:bgPr>
        <a:solidFill>
          <a:schemeClr val="lt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64" name="Google Shape;364;p27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65" name="Google Shape;365;p27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66" name="Google Shape;366;p27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67" name="Google Shape;367;p2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2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27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 2">
  <p:cSld name="BLANK_1_2">
    <p:bg>
      <p:bgPr>
        <a:solidFill>
          <a:schemeClr val="dk2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2" name="Google Shape;372;p28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3" name="Google Shape;373;p2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4" name="Google Shape;374;p2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75" name="Google Shape;375;p2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2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2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2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2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">
  <p:cSld name="BLANK_1_1_1_1_1_1_1_1_2">
    <p:bg>
      <p:bgPr>
        <a:solidFill>
          <a:schemeClr val="lt2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382" name="Google Shape;382;p29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83" name="Google Shape;383;p29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84" name="Google Shape;384;p29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85" name="Google Shape;385;p2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2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29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2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29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391" name="Google Shape;391;p29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Growth">
  <p:cSld name="CUSTOM_4">
    <p:bg>
      <p:bgPr>
        <a:solidFill>
          <a:schemeClr val="lt2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0"/>
          <p:cNvSpPr txBox="1"/>
          <p:nvPr>
            <p:ph idx="1" type="body"/>
          </p:nvPr>
        </p:nvSpPr>
        <p:spPr>
          <a:xfrm>
            <a:off x="6270725" y="3025600"/>
            <a:ext cx="2874600" cy="14247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95" name="Google Shape;395;p30"/>
          <p:cNvSpPr txBox="1"/>
          <p:nvPr>
            <p:ph idx="2" type="body"/>
          </p:nvPr>
        </p:nvSpPr>
        <p:spPr>
          <a:xfrm>
            <a:off x="3403050" y="2668875"/>
            <a:ext cx="2868000" cy="17814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96" name="Google Shape;396;p30"/>
          <p:cNvSpPr txBox="1"/>
          <p:nvPr>
            <p:ph idx="3" type="body"/>
          </p:nvPr>
        </p:nvSpPr>
        <p:spPr>
          <a:xfrm>
            <a:off x="521250" y="3426700"/>
            <a:ext cx="2880300" cy="10236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97" name="Google Shape;397;p3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98" name="Google Shape;398;p30"/>
          <p:cNvCxnSpPr/>
          <p:nvPr/>
        </p:nvCxnSpPr>
        <p:spPr>
          <a:xfrm>
            <a:off x="3401654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30"/>
          <p:cNvCxnSpPr/>
          <p:nvPr/>
        </p:nvCxnSpPr>
        <p:spPr>
          <a:xfrm>
            <a:off x="6271043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30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01" name="Google Shape;401;p30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02" name="Google Shape;402;p30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403" name="Google Shape;403;p3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3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3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3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3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30"/>
          <p:cNvSpPr txBox="1"/>
          <p:nvPr>
            <p:ph idx="7" type="title"/>
          </p:nvPr>
        </p:nvSpPr>
        <p:spPr>
          <a:xfrm>
            <a:off x="521250" y="2093850"/>
            <a:ext cx="28785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409" name="Google Shape;409;p30"/>
          <p:cNvSpPr txBox="1"/>
          <p:nvPr>
            <p:ph idx="8" type="subTitle"/>
          </p:nvPr>
        </p:nvSpPr>
        <p:spPr>
          <a:xfrm>
            <a:off x="521250" y="2976675"/>
            <a:ext cx="28803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10" name="Google Shape;410;p30"/>
          <p:cNvSpPr txBox="1"/>
          <p:nvPr>
            <p:ph idx="9" type="title"/>
          </p:nvPr>
        </p:nvSpPr>
        <p:spPr>
          <a:xfrm>
            <a:off x="3400925" y="1336050"/>
            <a:ext cx="28680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411" name="Google Shape;411;p30"/>
          <p:cNvSpPr txBox="1"/>
          <p:nvPr>
            <p:ph idx="13" type="subTitle"/>
          </p:nvPr>
        </p:nvSpPr>
        <p:spPr>
          <a:xfrm>
            <a:off x="3400925" y="2218875"/>
            <a:ext cx="28698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12" name="Google Shape;412;p30"/>
          <p:cNvSpPr txBox="1"/>
          <p:nvPr>
            <p:ph idx="14" type="title"/>
          </p:nvPr>
        </p:nvSpPr>
        <p:spPr>
          <a:xfrm>
            <a:off x="6271375" y="1172250"/>
            <a:ext cx="2872800" cy="1281900"/>
          </a:xfrm>
          <a:prstGeom prst="rect">
            <a:avLst/>
          </a:prstGeom>
        </p:spPr>
        <p:txBody>
          <a:bodyPr anchorCtr="0" anchor="b" bIns="274300" lIns="18287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413" name="Google Shape;413;p30"/>
          <p:cNvSpPr txBox="1"/>
          <p:nvPr>
            <p:ph idx="15" type="subTitle"/>
          </p:nvPr>
        </p:nvSpPr>
        <p:spPr>
          <a:xfrm>
            <a:off x="6271375" y="2021749"/>
            <a:ext cx="2874600" cy="4329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14" name="Google Shape;414;p30"/>
          <p:cNvSpPr txBox="1"/>
          <p:nvPr>
            <p:ph idx="16" type="subTitle"/>
          </p:nvPr>
        </p:nvSpPr>
        <p:spPr>
          <a:xfrm>
            <a:off x="6271125" y="2455800"/>
            <a:ext cx="2874600" cy="3324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15" name="Google Shape;415;p30"/>
          <p:cNvSpPr txBox="1"/>
          <p:nvPr>
            <p:ph idx="17" type="subTitle"/>
          </p:nvPr>
        </p:nvSpPr>
        <p:spPr>
          <a:xfrm>
            <a:off x="6271125" y="2840775"/>
            <a:ext cx="2874600" cy="1848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416" name="Google Shape;416;p30"/>
          <p:cNvSpPr txBox="1"/>
          <p:nvPr>
            <p:ph idx="18" type="title"/>
          </p:nvPr>
        </p:nvSpPr>
        <p:spPr>
          <a:xfrm>
            <a:off x="6271375" y="4552825"/>
            <a:ext cx="28728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17" name="Google Shape;417;p30"/>
          <p:cNvSpPr txBox="1"/>
          <p:nvPr>
            <p:ph idx="19" type="title"/>
          </p:nvPr>
        </p:nvSpPr>
        <p:spPr>
          <a:xfrm>
            <a:off x="3401750" y="4552825"/>
            <a:ext cx="28680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18" name="Google Shape;418;p30"/>
          <p:cNvSpPr txBox="1"/>
          <p:nvPr>
            <p:ph idx="20" type="title"/>
          </p:nvPr>
        </p:nvSpPr>
        <p:spPr>
          <a:xfrm>
            <a:off x="521625" y="4552825"/>
            <a:ext cx="28785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riorities">
  <p:cSld name="CUSTOM_5">
    <p:bg>
      <p:bgPr>
        <a:solidFill>
          <a:schemeClr val="lt1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"/>
          <p:cNvSpPr txBox="1"/>
          <p:nvPr>
            <p:ph idx="1" type="body"/>
          </p:nvPr>
        </p:nvSpPr>
        <p:spPr>
          <a:xfrm>
            <a:off x="1043525" y="2532675"/>
            <a:ext cx="1958400" cy="10014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421" name="Google Shape;421;p31"/>
          <p:cNvCxnSpPr/>
          <p:nvPr/>
        </p:nvCxnSpPr>
        <p:spPr>
          <a:xfrm>
            <a:off x="8622700" y="334950"/>
            <a:ext cx="0" cy="4805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31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3" name="Google Shape;423;p31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4" name="Google Shape;424;p31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25" name="Google Shape;425;p3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3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3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31"/>
          <p:cNvSpPr txBox="1"/>
          <p:nvPr>
            <p:ph type="title"/>
          </p:nvPr>
        </p:nvSpPr>
        <p:spPr>
          <a:xfrm>
            <a:off x="3003325" y="6152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9" name="Google Shape;429;p31"/>
          <p:cNvSpPr txBox="1"/>
          <p:nvPr>
            <p:ph idx="5" type="title"/>
          </p:nvPr>
        </p:nvSpPr>
        <p:spPr>
          <a:xfrm>
            <a:off x="3003325" y="9619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0" name="Google Shape;430;p31"/>
          <p:cNvSpPr txBox="1"/>
          <p:nvPr>
            <p:ph idx="6" type="title"/>
          </p:nvPr>
        </p:nvSpPr>
        <p:spPr>
          <a:xfrm>
            <a:off x="3003325" y="13108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1" name="Google Shape;431;p31"/>
          <p:cNvSpPr txBox="1"/>
          <p:nvPr>
            <p:ph idx="7" type="title"/>
          </p:nvPr>
        </p:nvSpPr>
        <p:spPr>
          <a:xfrm>
            <a:off x="3003325" y="38207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2" name="Google Shape;432;p31"/>
          <p:cNvSpPr txBox="1"/>
          <p:nvPr>
            <p:ph idx="8" type="title"/>
          </p:nvPr>
        </p:nvSpPr>
        <p:spPr>
          <a:xfrm>
            <a:off x="3003325" y="41675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3" name="Google Shape;433;p31"/>
          <p:cNvSpPr txBox="1"/>
          <p:nvPr>
            <p:ph idx="9" type="title"/>
          </p:nvPr>
        </p:nvSpPr>
        <p:spPr>
          <a:xfrm>
            <a:off x="3003325" y="45163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4" name="Google Shape;434;p31"/>
          <p:cNvSpPr txBox="1"/>
          <p:nvPr>
            <p:ph idx="13" type="title"/>
          </p:nvPr>
        </p:nvSpPr>
        <p:spPr>
          <a:xfrm>
            <a:off x="3003325" y="22262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5" name="Google Shape;435;p31"/>
          <p:cNvSpPr txBox="1"/>
          <p:nvPr>
            <p:ph idx="14" type="title"/>
          </p:nvPr>
        </p:nvSpPr>
        <p:spPr>
          <a:xfrm>
            <a:off x="3003325" y="257301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6" name="Google Shape;436;p31"/>
          <p:cNvSpPr txBox="1"/>
          <p:nvPr>
            <p:ph idx="15" type="title"/>
          </p:nvPr>
        </p:nvSpPr>
        <p:spPr>
          <a:xfrm>
            <a:off x="3003325" y="29218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7" name="Google Shape;437;p31"/>
          <p:cNvSpPr txBox="1"/>
          <p:nvPr>
            <p:ph idx="16" type="subTitle"/>
          </p:nvPr>
        </p:nvSpPr>
        <p:spPr>
          <a:xfrm>
            <a:off x="5824413" y="6130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8" name="Google Shape;438;p31"/>
          <p:cNvSpPr txBox="1"/>
          <p:nvPr>
            <p:ph idx="17" type="subTitle"/>
          </p:nvPr>
        </p:nvSpPr>
        <p:spPr>
          <a:xfrm>
            <a:off x="5824413" y="9619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9" name="Google Shape;439;p31"/>
          <p:cNvSpPr txBox="1"/>
          <p:nvPr>
            <p:ph idx="18" type="subTitle"/>
          </p:nvPr>
        </p:nvSpPr>
        <p:spPr>
          <a:xfrm>
            <a:off x="5824413" y="131077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0" name="Google Shape;440;p31"/>
          <p:cNvSpPr txBox="1"/>
          <p:nvPr>
            <p:ph idx="19" type="subTitle"/>
          </p:nvPr>
        </p:nvSpPr>
        <p:spPr>
          <a:xfrm>
            <a:off x="5824413" y="22252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1" name="Google Shape;441;p31"/>
          <p:cNvSpPr txBox="1"/>
          <p:nvPr>
            <p:ph idx="20" type="subTitle"/>
          </p:nvPr>
        </p:nvSpPr>
        <p:spPr>
          <a:xfrm>
            <a:off x="5824413" y="25741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2" name="Google Shape;442;p31"/>
          <p:cNvSpPr txBox="1"/>
          <p:nvPr>
            <p:ph idx="21" type="subTitle"/>
          </p:nvPr>
        </p:nvSpPr>
        <p:spPr>
          <a:xfrm>
            <a:off x="5824413" y="2922938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3" name="Google Shape;443;p31"/>
          <p:cNvSpPr txBox="1"/>
          <p:nvPr>
            <p:ph idx="22" type="subTitle"/>
          </p:nvPr>
        </p:nvSpPr>
        <p:spPr>
          <a:xfrm>
            <a:off x="5824413" y="38186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3" type="subTitle"/>
          </p:nvPr>
        </p:nvSpPr>
        <p:spPr>
          <a:xfrm>
            <a:off x="5824413" y="41675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4" type="subTitle"/>
          </p:nvPr>
        </p:nvSpPr>
        <p:spPr>
          <a:xfrm>
            <a:off x="5824413" y="45163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25" type="title"/>
          </p:nvPr>
        </p:nvSpPr>
        <p:spPr>
          <a:xfrm>
            <a:off x="1045225" y="3545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47" name="Google Shape;447;p31"/>
          <p:cNvSpPr txBox="1"/>
          <p:nvPr>
            <p:ph idx="26" type="body"/>
          </p:nvPr>
        </p:nvSpPr>
        <p:spPr>
          <a:xfrm>
            <a:off x="1043525" y="4174000"/>
            <a:ext cx="1958400" cy="9591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48" name="Google Shape;448;p31"/>
          <p:cNvSpPr txBox="1"/>
          <p:nvPr>
            <p:ph idx="27" type="title"/>
          </p:nvPr>
        </p:nvSpPr>
        <p:spPr>
          <a:xfrm>
            <a:off x="1045225" y="350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49" name="Google Shape;449;p31"/>
          <p:cNvSpPr txBox="1"/>
          <p:nvPr>
            <p:ph idx="28" type="title"/>
          </p:nvPr>
        </p:nvSpPr>
        <p:spPr>
          <a:xfrm>
            <a:off x="1045225" y="1945600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50" name="Google Shape;450;p31"/>
          <p:cNvSpPr txBox="1"/>
          <p:nvPr>
            <p:ph idx="29" type="body"/>
          </p:nvPr>
        </p:nvSpPr>
        <p:spPr>
          <a:xfrm>
            <a:off x="1043513" y="962025"/>
            <a:ext cx="1958400" cy="9729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olutions">
  <p:cSld name="CUSTOM_6">
    <p:bg>
      <p:bgPr>
        <a:solidFill>
          <a:schemeClr val="lt2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2"/>
          <p:cNvSpPr txBox="1"/>
          <p:nvPr>
            <p:ph type="title"/>
          </p:nvPr>
        </p:nvSpPr>
        <p:spPr>
          <a:xfrm>
            <a:off x="5481500" y="3864550"/>
            <a:ext cx="4983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SemiBold"/>
              <a:buChar char="●"/>
              <a:defRPr sz="1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3" name="Google Shape;453;p32"/>
          <p:cNvSpPr txBox="1"/>
          <p:nvPr>
            <p:ph idx="2" type="title"/>
          </p:nvPr>
        </p:nvSpPr>
        <p:spPr>
          <a:xfrm>
            <a:off x="5481500" y="13091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4" name="Google Shape;454;p32"/>
          <p:cNvSpPr txBox="1"/>
          <p:nvPr>
            <p:ph idx="3" type="title"/>
          </p:nvPr>
        </p:nvSpPr>
        <p:spPr>
          <a:xfrm>
            <a:off x="5481500" y="32248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5" name="Google Shape;455;p32"/>
          <p:cNvSpPr txBox="1"/>
          <p:nvPr>
            <p:ph idx="4" type="title"/>
          </p:nvPr>
        </p:nvSpPr>
        <p:spPr>
          <a:xfrm>
            <a:off x="5481500" y="2596100"/>
            <a:ext cx="498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6" name="Google Shape;456;p32"/>
          <p:cNvSpPr txBox="1"/>
          <p:nvPr>
            <p:ph idx="5" type="title"/>
          </p:nvPr>
        </p:nvSpPr>
        <p:spPr>
          <a:xfrm>
            <a:off x="5481500" y="1949300"/>
            <a:ext cx="498300" cy="6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7" name="Google Shape;457;p32"/>
          <p:cNvSpPr txBox="1"/>
          <p:nvPr>
            <p:ph idx="6" type="title"/>
          </p:nvPr>
        </p:nvSpPr>
        <p:spPr>
          <a:xfrm>
            <a:off x="5481475" y="4504275"/>
            <a:ext cx="4983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8" name="Google Shape;458;p32"/>
          <p:cNvSpPr txBox="1"/>
          <p:nvPr>
            <p:ph idx="1" type="body"/>
          </p:nvPr>
        </p:nvSpPr>
        <p:spPr>
          <a:xfrm>
            <a:off x="2187950" y="1307550"/>
            <a:ext cx="3181200" cy="128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59" name="Google Shape;459;p32"/>
          <p:cNvSpPr txBox="1"/>
          <p:nvPr>
            <p:ph idx="7" type="body"/>
          </p:nvPr>
        </p:nvSpPr>
        <p:spPr>
          <a:xfrm>
            <a:off x="2187950" y="3864550"/>
            <a:ext cx="3181200" cy="12792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60" name="Google Shape;460;p32"/>
          <p:cNvSpPr txBox="1"/>
          <p:nvPr>
            <p:ph idx="8" type="body"/>
          </p:nvPr>
        </p:nvSpPr>
        <p:spPr>
          <a:xfrm>
            <a:off x="2187950" y="2596100"/>
            <a:ext cx="3181200" cy="1268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461" name="Google Shape;461;p32"/>
          <p:cNvCxnSpPr/>
          <p:nvPr/>
        </p:nvCxnSpPr>
        <p:spPr>
          <a:xfrm rot="10800000">
            <a:off x="520175" y="1307575"/>
            <a:ext cx="862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32"/>
          <p:cNvSpPr txBox="1"/>
          <p:nvPr>
            <p:ph idx="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63" name="Google Shape;463;p32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64" name="Google Shape;464;p32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465" name="Google Shape;465;p3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3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3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32"/>
          <p:cNvSpPr txBox="1"/>
          <p:nvPr>
            <p:ph idx="15" type="title"/>
          </p:nvPr>
        </p:nvSpPr>
        <p:spPr>
          <a:xfrm flipH="1">
            <a:off x="521275" y="347825"/>
            <a:ext cx="6252600" cy="9726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69" name="Google Shape;469;p32"/>
          <p:cNvSpPr txBox="1"/>
          <p:nvPr>
            <p:ph idx="16" type="title"/>
          </p:nvPr>
        </p:nvSpPr>
        <p:spPr>
          <a:xfrm>
            <a:off x="521275" y="1307500"/>
            <a:ext cx="1666500" cy="12885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17" type="title"/>
          </p:nvPr>
        </p:nvSpPr>
        <p:spPr>
          <a:xfrm>
            <a:off x="521275" y="2595800"/>
            <a:ext cx="1666500" cy="12687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8" type="title"/>
          </p:nvPr>
        </p:nvSpPr>
        <p:spPr>
          <a:xfrm>
            <a:off x="521275" y="3866800"/>
            <a:ext cx="1666500" cy="12768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19" type="subTitle"/>
          </p:nvPr>
        </p:nvSpPr>
        <p:spPr>
          <a:xfrm>
            <a:off x="6092100" y="1950763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3" name="Google Shape;473;p32"/>
          <p:cNvSpPr txBox="1"/>
          <p:nvPr>
            <p:ph idx="20" type="subTitle"/>
          </p:nvPr>
        </p:nvSpPr>
        <p:spPr>
          <a:xfrm>
            <a:off x="6092100" y="2595825"/>
            <a:ext cx="29421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4" name="Google Shape;474;p32"/>
          <p:cNvSpPr txBox="1"/>
          <p:nvPr>
            <p:ph idx="21" type="subTitle"/>
          </p:nvPr>
        </p:nvSpPr>
        <p:spPr>
          <a:xfrm>
            <a:off x="6092100" y="3225925"/>
            <a:ext cx="29421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5" name="Google Shape;475;p32"/>
          <p:cNvSpPr txBox="1"/>
          <p:nvPr>
            <p:ph idx="22" type="subTitle"/>
          </p:nvPr>
        </p:nvSpPr>
        <p:spPr>
          <a:xfrm>
            <a:off x="6092100" y="3863525"/>
            <a:ext cx="29421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6" name="Google Shape;476;p32"/>
          <p:cNvSpPr txBox="1"/>
          <p:nvPr>
            <p:ph idx="23" type="subTitle"/>
          </p:nvPr>
        </p:nvSpPr>
        <p:spPr>
          <a:xfrm>
            <a:off x="6092100" y="4498790"/>
            <a:ext cx="2942100" cy="6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7" name="Google Shape;477;p32"/>
          <p:cNvSpPr txBox="1"/>
          <p:nvPr>
            <p:ph idx="24" type="subTitle"/>
          </p:nvPr>
        </p:nvSpPr>
        <p:spPr>
          <a:xfrm>
            <a:off x="6092100" y="1305550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">
  <p:cSld name="CUSTOM_7">
    <p:bg>
      <p:bgPr>
        <a:solidFill>
          <a:schemeClr val="lt2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3"/>
          <p:cNvSpPr txBox="1"/>
          <p:nvPr>
            <p:ph idx="1" type="body"/>
          </p:nvPr>
        </p:nvSpPr>
        <p:spPr>
          <a:xfrm>
            <a:off x="523425" y="3593825"/>
            <a:ext cx="17844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0" name="Google Shape;480;p33"/>
          <p:cNvSpPr txBox="1"/>
          <p:nvPr>
            <p:ph type="title"/>
          </p:nvPr>
        </p:nvSpPr>
        <p:spPr>
          <a:xfrm>
            <a:off x="521250" y="3244950"/>
            <a:ext cx="1786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1" name="Google Shape;481;p33"/>
          <p:cNvSpPr txBox="1"/>
          <p:nvPr>
            <p:ph idx="2" type="body"/>
          </p:nvPr>
        </p:nvSpPr>
        <p:spPr>
          <a:xfrm>
            <a:off x="2679589" y="3593825"/>
            <a:ext cx="19791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2" name="Google Shape;482;p33"/>
          <p:cNvSpPr txBox="1"/>
          <p:nvPr>
            <p:ph idx="3" type="title"/>
          </p:nvPr>
        </p:nvSpPr>
        <p:spPr>
          <a:xfrm>
            <a:off x="2677176" y="3244950"/>
            <a:ext cx="1981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3" name="Google Shape;483;p33"/>
          <p:cNvSpPr txBox="1"/>
          <p:nvPr>
            <p:ph idx="4" type="body"/>
          </p:nvPr>
        </p:nvSpPr>
        <p:spPr>
          <a:xfrm>
            <a:off x="4834747" y="3593825"/>
            <a:ext cx="17823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4" name="Google Shape;484;p33"/>
          <p:cNvSpPr txBox="1"/>
          <p:nvPr>
            <p:ph idx="5" type="title"/>
          </p:nvPr>
        </p:nvSpPr>
        <p:spPr>
          <a:xfrm>
            <a:off x="4832575" y="3244950"/>
            <a:ext cx="17844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5" name="Google Shape;485;p33"/>
          <p:cNvSpPr txBox="1"/>
          <p:nvPr>
            <p:ph idx="6" type="body"/>
          </p:nvPr>
        </p:nvSpPr>
        <p:spPr>
          <a:xfrm>
            <a:off x="6991393" y="3593825"/>
            <a:ext cx="17787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6" name="Google Shape;486;p33"/>
          <p:cNvSpPr txBox="1"/>
          <p:nvPr>
            <p:ph idx="7" type="title"/>
          </p:nvPr>
        </p:nvSpPr>
        <p:spPr>
          <a:xfrm>
            <a:off x="6989225" y="3244950"/>
            <a:ext cx="17808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7" name="Google Shape;487;p33"/>
          <p:cNvSpPr txBox="1"/>
          <p:nvPr>
            <p:ph idx="8" type="title"/>
          </p:nvPr>
        </p:nvSpPr>
        <p:spPr>
          <a:xfrm>
            <a:off x="1237363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8" name="Google Shape;488;p33"/>
          <p:cNvSpPr txBox="1"/>
          <p:nvPr>
            <p:ph idx="9" type="title"/>
          </p:nvPr>
        </p:nvSpPr>
        <p:spPr>
          <a:xfrm>
            <a:off x="160238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13" type="title"/>
          </p:nvPr>
        </p:nvSpPr>
        <p:spPr>
          <a:xfrm>
            <a:off x="591443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14" type="title"/>
          </p:nvPr>
        </p:nvSpPr>
        <p:spPr>
          <a:xfrm>
            <a:off x="5201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1" name="Google Shape;491;p33"/>
          <p:cNvSpPr txBox="1"/>
          <p:nvPr>
            <p:ph idx="15" type="title"/>
          </p:nvPr>
        </p:nvSpPr>
        <p:spPr>
          <a:xfrm>
            <a:off x="1953575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2" name="Google Shape;492;p33"/>
          <p:cNvSpPr txBox="1"/>
          <p:nvPr>
            <p:ph idx="16" type="title"/>
          </p:nvPr>
        </p:nvSpPr>
        <p:spPr>
          <a:xfrm>
            <a:off x="2677225" y="1756250"/>
            <a:ext cx="7095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3" name="Google Shape;493;p33"/>
          <p:cNvSpPr txBox="1"/>
          <p:nvPr>
            <p:ph idx="17" type="title"/>
          </p:nvPr>
        </p:nvSpPr>
        <p:spPr>
          <a:xfrm>
            <a:off x="33866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4" name="Google Shape;494;p33"/>
          <p:cNvSpPr txBox="1"/>
          <p:nvPr>
            <p:ph idx="18" type="title"/>
          </p:nvPr>
        </p:nvSpPr>
        <p:spPr>
          <a:xfrm>
            <a:off x="4833800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5" name="Google Shape;495;p33"/>
          <p:cNvSpPr txBox="1"/>
          <p:nvPr>
            <p:ph idx="19" type="title"/>
          </p:nvPr>
        </p:nvSpPr>
        <p:spPr>
          <a:xfrm>
            <a:off x="55499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6" name="Google Shape;496;p33"/>
          <p:cNvSpPr txBox="1"/>
          <p:nvPr>
            <p:ph idx="20" type="title"/>
          </p:nvPr>
        </p:nvSpPr>
        <p:spPr>
          <a:xfrm>
            <a:off x="6265650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7" name="Google Shape;497;p33"/>
          <p:cNvSpPr txBox="1"/>
          <p:nvPr>
            <p:ph idx="21" type="title"/>
          </p:nvPr>
        </p:nvSpPr>
        <p:spPr>
          <a:xfrm>
            <a:off x="6989250" y="1756250"/>
            <a:ext cx="710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8" name="Google Shape;498;p33"/>
          <p:cNvSpPr txBox="1"/>
          <p:nvPr>
            <p:ph idx="22" type="title"/>
          </p:nvPr>
        </p:nvSpPr>
        <p:spPr>
          <a:xfrm>
            <a:off x="76998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9" name="Google Shape;499;p33"/>
          <p:cNvSpPr txBox="1"/>
          <p:nvPr>
            <p:ph idx="23" type="title"/>
          </p:nvPr>
        </p:nvSpPr>
        <p:spPr>
          <a:xfrm>
            <a:off x="8416525" y="1756250"/>
            <a:ext cx="7284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00" name="Google Shape;500;p33"/>
          <p:cNvSpPr txBox="1"/>
          <p:nvPr>
            <p:ph idx="2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01" name="Google Shape;501;p33"/>
          <p:cNvSpPr txBox="1"/>
          <p:nvPr>
            <p:ph idx="25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502" name="Google Shape;502;p33"/>
          <p:cNvSpPr txBox="1"/>
          <p:nvPr>
            <p:ph idx="26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503" name="Google Shape;503;p3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3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3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33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7" name="Google Shape;507;p33"/>
          <p:cNvSpPr txBox="1"/>
          <p:nvPr>
            <p:ph idx="2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08" name="Google Shape;508;p33"/>
          <p:cNvSpPr txBox="1"/>
          <p:nvPr>
            <p:ph idx="2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09" name="Google Shape;509;p33"/>
          <p:cNvSpPr txBox="1"/>
          <p:nvPr>
            <p:ph idx="29" type="title"/>
          </p:nvPr>
        </p:nvSpPr>
        <p:spPr>
          <a:xfrm>
            <a:off x="3760713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33"/>
          <p:cNvSpPr txBox="1"/>
          <p:nvPr>
            <p:ph idx="30" type="title"/>
          </p:nvPr>
        </p:nvSpPr>
        <p:spPr>
          <a:xfrm>
            <a:off x="4103475" y="1756250"/>
            <a:ext cx="7311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 - ALT 2">
  <p:cSld name="CUSTOM_7_1">
    <p:bg>
      <p:bgPr>
        <a:solidFill>
          <a:schemeClr val="lt2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4"/>
          <p:cNvSpPr txBox="1"/>
          <p:nvPr>
            <p:ph type="title"/>
          </p:nvPr>
        </p:nvSpPr>
        <p:spPr>
          <a:xfrm>
            <a:off x="77187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3" name="Google Shape;513;p34"/>
          <p:cNvSpPr txBox="1"/>
          <p:nvPr>
            <p:ph idx="2" type="title"/>
          </p:nvPr>
        </p:nvSpPr>
        <p:spPr>
          <a:xfrm>
            <a:off x="843315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4" name="Google Shape;514;p34"/>
          <p:cNvSpPr txBox="1"/>
          <p:nvPr>
            <p:ph idx="3" type="title"/>
          </p:nvPr>
        </p:nvSpPr>
        <p:spPr>
          <a:xfrm>
            <a:off x="4860825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5" name="Google Shape;515;p34"/>
          <p:cNvSpPr txBox="1"/>
          <p:nvPr>
            <p:ph idx="4" type="title"/>
          </p:nvPr>
        </p:nvSpPr>
        <p:spPr>
          <a:xfrm>
            <a:off x="55752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6" name="Google Shape;516;p34"/>
          <p:cNvSpPr txBox="1"/>
          <p:nvPr>
            <p:ph idx="5" type="title"/>
          </p:nvPr>
        </p:nvSpPr>
        <p:spPr>
          <a:xfrm>
            <a:off x="628968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7" name="Google Shape;517;p34"/>
          <p:cNvSpPr txBox="1"/>
          <p:nvPr>
            <p:ph idx="6" type="title"/>
          </p:nvPr>
        </p:nvSpPr>
        <p:spPr>
          <a:xfrm>
            <a:off x="700410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8" name="Google Shape;518;p34"/>
          <p:cNvSpPr txBox="1"/>
          <p:nvPr>
            <p:ph idx="7" type="title"/>
          </p:nvPr>
        </p:nvSpPr>
        <p:spPr>
          <a:xfrm>
            <a:off x="2709475" y="1307850"/>
            <a:ext cx="806700" cy="4377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19" name="Google Shape;519;p34"/>
          <p:cNvSpPr txBox="1"/>
          <p:nvPr>
            <p:ph idx="8" type="title"/>
          </p:nvPr>
        </p:nvSpPr>
        <p:spPr>
          <a:xfrm>
            <a:off x="3516175" y="1307575"/>
            <a:ext cx="1344600" cy="4380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20" name="Google Shape;520;p3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1" name="Google Shape;521;p34"/>
          <p:cNvSpPr txBox="1"/>
          <p:nvPr>
            <p:ph idx="9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2" name="Google Shape;522;p34"/>
          <p:cNvSpPr txBox="1"/>
          <p:nvPr>
            <p:ph idx="13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523" name="Google Shape;523;p3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4" name="Google Shape;524;p3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5" name="Google Shape;525;p3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6" name="Google Shape;526;p34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7" name="Google Shape;527;p34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8" name="Google Shape;528;p34"/>
          <p:cNvSpPr/>
          <p:nvPr/>
        </p:nvSpPr>
        <p:spPr>
          <a:xfrm rot="-5400000">
            <a:off x="1615375" y="2839725"/>
            <a:ext cx="2994900" cy="8067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529" name="Google Shape;529;p34"/>
          <p:cNvSpPr/>
          <p:nvPr>
            <p:ph idx="16" type="pic"/>
          </p:nvPr>
        </p:nvSpPr>
        <p:spPr>
          <a:xfrm>
            <a:off x="287425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30" name="Google Shape;530;p34"/>
          <p:cNvSpPr txBox="1"/>
          <p:nvPr>
            <p:ph idx="17" type="title"/>
          </p:nvPr>
        </p:nvSpPr>
        <p:spPr>
          <a:xfrm>
            <a:off x="521250" y="17457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18" type="title"/>
          </p:nvPr>
        </p:nvSpPr>
        <p:spPr>
          <a:xfrm>
            <a:off x="521250" y="2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19" type="title"/>
          </p:nvPr>
        </p:nvSpPr>
        <p:spPr>
          <a:xfrm>
            <a:off x="521250" y="24113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20" type="title"/>
          </p:nvPr>
        </p:nvSpPr>
        <p:spPr>
          <a:xfrm>
            <a:off x="521250" y="27441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21" type="title"/>
          </p:nvPr>
        </p:nvSpPr>
        <p:spPr>
          <a:xfrm>
            <a:off x="521250" y="3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22" type="title"/>
          </p:nvPr>
        </p:nvSpPr>
        <p:spPr>
          <a:xfrm>
            <a:off x="521250" y="34097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23" type="title"/>
          </p:nvPr>
        </p:nvSpPr>
        <p:spPr>
          <a:xfrm>
            <a:off x="521250" y="37425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24" type="title"/>
          </p:nvPr>
        </p:nvSpPr>
        <p:spPr>
          <a:xfrm>
            <a:off x="521250" y="40753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8" name="Google Shape;538;p34"/>
          <p:cNvSpPr txBox="1"/>
          <p:nvPr>
            <p:ph idx="25" type="title"/>
          </p:nvPr>
        </p:nvSpPr>
        <p:spPr>
          <a:xfrm>
            <a:off x="521250" y="44081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39" name="Google Shape;539;p34"/>
          <p:cNvSpPr/>
          <p:nvPr>
            <p:ph idx="26" type="pic"/>
          </p:nvPr>
        </p:nvSpPr>
        <p:spPr>
          <a:xfrm>
            <a:off x="314620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0" name="Google Shape;540;p34"/>
          <p:cNvSpPr/>
          <p:nvPr>
            <p:ph idx="27" type="pic"/>
          </p:nvPr>
        </p:nvSpPr>
        <p:spPr>
          <a:xfrm>
            <a:off x="287425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1" name="Google Shape;541;p34"/>
          <p:cNvSpPr/>
          <p:nvPr>
            <p:ph idx="28" type="pic"/>
          </p:nvPr>
        </p:nvSpPr>
        <p:spPr>
          <a:xfrm>
            <a:off x="314620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2" name="Google Shape;542;p34"/>
          <p:cNvSpPr/>
          <p:nvPr>
            <p:ph idx="29" type="pic"/>
          </p:nvPr>
        </p:nvSpPr>
        <p:spPr>
          <a:xfrm>
            <a:off x="2874250" y="24706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3" name="Google Shape;543;p34"/>
          <p:cNvSpPr/>
          <p:nvPr>
            <p:ph idx="30" type="pic"/>
          </p:nvPr>
        </p:nvSpPr>
        <p:spPr>
          <a:xfrm>
            <a:off x="2874250" y="27857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4" name="Google Shape;544;p34"/>
          <p:cNvSpPr/>
          <p:nvPr>
            <p:ph idx="31" type="pic"/>
          </p:nvPr>
        </p:nvSpPr>
        <p:spPr>
          <a:xfrm>
            <a:off x="287425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5" name="Google Shape;545;p34"/>
          <p:cNvSpPr/>
          <p:nvPr>
            <p:ph idx="32" type="pic"/>
          </p:nvPr>
        </p:nvSpPr>
        <p:spPr>
          <a:xfrm>
            <a:off x="314620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6" name="Google Shape;546;p34"/>
          <p:cNvSpPr/>
          <p:nvPr>
            <p:ph idx="33" type="pic"/>
          </p:nvPr>
        </p:nvSpPr>
        <p:spPr>
          <a:xfrm>
            <a:off x="2874250" y="3468663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7" name="Google Shape;547;p34"/>
          <p:cNvSpPr/>
          <p:nvPr>
            <p:ph idx="34" type="pic"/>
          </p:nvPr>
        </p:nvSpPr>
        <p:spPr>
          <a:xfrm>
            <a:off x="287425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8" name="Google Shape;548;p34"/>
          <p:cNvSpPr/>
          <p:nvPr>
            <p:ph idx="35" type="pic"/>
          </p:nvPr>
        </p:nvSpPr>
        <p:spPr>
          <a:xfrm>
            <a:off x="314620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9" name="Google Shape;549;p34"/>
          <p:cNvSpPr/>
          <p:nvPr>
            <p:ph idx="36" type="pic"/>
          </p:nvPr>
        </p:nvSpPr>
        <p:spPr>
          <a:xfrm>
            <a:off x="2874250" y="41340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50" name="Google Shape;550;p34"/>
          <p:cNvSpPr/>
          <p:nvPr>
            <p:ph idx="37" type="pic"/>
          </p:nvPr>
        </p:nvSpPr>
        <p:spPr>
          <a:xfrm>
            <a:off x="2874250" y="4471963"/>
            <a:ext cx="205200" cy="205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3">
  <p:cSld name="BLANK_1_1_1_1_1_1_1_1_1_1_1_2_1">
    <p:bg>
      <p:bgPr>
        <a:solidFill>
          <a:schemeClr val="dk2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5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3" name="Google Shape;553;p35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4" name="Google Shape;554;p35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5" name="Google Shape;555;p35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6" name="Google Shape;556;p35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57" name="Google Shape;557;p35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8" name="Google Shape;558;p35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59" name="Google Shape;559;p35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60" name="Google Shape;560;p35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1" name="Google Shape;561;p35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2" name="Google Shape;562;p35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63" name="Google Shape;563;p35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4" name="Google Shape;564;p35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65" name="Google Shape;565;p35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6" name="Google Shape;566;p35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7" name="Google Shape;567;p35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68" name="Google Shape;568;p3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9" name="Google Shape;569;p35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 slide">
  <p:cSld name="CUSTOM_8">
    <p:bg>
      <p:bgPr>
        <a:solidFill>
          <a:schemeClr val="lt2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1" name="Google Shape;571;p36"/>
          <p:cNvCxnSpPr/>
          <p:nvPr/>
        </p:nvCxnSpPr>
        <p:spPr>
          <a:xfrm rot="10800000">
            <a:off x="1040500" y="39034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2" name="Google Shape;572;p36"/>
          <p:cNvSpPr txBox="1"/>
          <p:nvPr>
            <p:ph idx="1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73" name="Google Shape;573;p36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74" name="Google Shape;574;p36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575" name="Google Shape;575;p3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3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36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3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3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36"/>
          <p:cNvSpPr txBox="1"/>
          <p:nvPr>
            <p:ph idx="4" type="body"/>
          </p:nvPr>
        </p:nvSpPr>
        <p:spPr>
          <a:xfrm>
            <a:off x="1821800" y="3903425"/>
            <a:ext cx="4167900" cy="779700"/>
          </a:xfrm>
          <a:prstGeom prst="rect">
            <a:avLst/>
          </a:prstGeom>
        </p:spPr>
        <p:txBody>
          <a:bodyPr anchorCtr="0" anchor="ctr" bIns="0" lIns="274300" spcFirstLastPara="1" rIns="182875" wrap="square" tIns="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581" name="Google Shape;581;p36"/>
          <p:cNvCxnSpPr/>
          <p:nvPr/>
        </p:nvCxnSpPr>
        <p:spPr>
          <a:xfrm rot="10800000">
            <a:off x="1040500" y="46831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p36"/>
          <p:cNvSpPr/>
          <p:nvPr>
            <p:ph idx="5" type="pic"/>
          </p:nvPr>
        </p:nvSpPr>
        <p:spPr>
          <a:xfrm>
            <a:off x="1046150" y="3907375"/>
            <a:ext cx="771600" cy="7716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36"/>
          <p:cNvSpPr txBox="1"/>
          <p:nvPr>
            <p:ph type="title"/>
          </p:nvPr>
        </p:nvSpPr>
        <p:spPr>
          <a:xfrm flipH="1">
            <a:off x="1046200" y="722375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Font typeface="Gowun Batang"/>
              <a:buNone/>
              <a:defRPr sz="5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">
  <p:cSld name="BLANK_4">
    <p:bg>
      <p:bgPr>
        <a:solidFill>
          <a:schemeClr val="lt1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37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86" name="Google Shape;586;p37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7" name="Google Shape;587;p37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8" name="Google Shape;588;p37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9" name="Google Shape;589;p37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0" name="Google Shape;590;p37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1" name="Google Shape;591;p37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2" name="Google Shape;592;p37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93" name="Google Shape;593;p37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4" name="Google Shape;594;p37"/>
          <p:cNvSpPr txBox="1"/>
          <p:nvPr>
            <p:ph idx="1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">
    <p:bg>
      <p:bgPr>
        <a:solidFill>
          <a:schemeClr val="lt2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38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597" name="Google Shape;597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8" name="Google Shape;598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9" name="Google Shape;599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0" name="Google Shape;600;p38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601" name="Google Shape;601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2" name="Google Shape;602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3" name="Google Shape;603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4" name="Google Shape;604;p38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605" name="Google Shape;605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6" name="Google Shape;606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7" name="Google Shape;607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8" name="Google Shape;608;p38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609" name="Google Shape;609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0" name="Google Shape;610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1" name="Google Shape;611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2" name="Google Shape;612;p38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613" name="Google Shape;613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4" name="Google Shape;614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5" name="Google Shape;615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6" name="Google Shape;616;p38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617" name="Google Shape;617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8" name="Google Shape;618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9" name="Google Shape;619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620" name="Google Shape;620;p3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3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3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3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3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p38"/>
          <p:cNvSpPr txBox="1"/>
          <p:nvPr>
            <p:ph type="title"/>
          </p:nvPr>
        </p:nvSpPr>
        <p:spPr>
          <a:xfrm>
            <a:off x="1042100" y="334925"/>
            <a:ext cx="75765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cxnSp>
        <p:nvCxnSpPr>
          <p:cNvPr id="626" name="Google Shape;626;p38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38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38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38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38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38"/>
          <p:cNvSpPr txBox="1"/>
          <p:nvPr>
            <p:ph idx="1" type="subTitle"/>
          </p:nvPr>
        </p:nvSpPr>
        <p:spPr>
          <a:xfrm>
            <a:off x="1042100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2" name="Google Shape;632;p38"/>
          <p:cNvSpPr txBox="1"/>
          <p:nvPr>
            <p:ph idx="2" type="subTitle"/>
          </p:nvPr>
        </p:nvSpPr>
        <p:spPr>
          <a:xfrm>
            <a:off x="1042100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3" name="Google Shape;633;p38"/>
          <p:cNvSpPr txBox="1"/>
          <p:nvPr>
            <p:ph idx="3" type="subTitle"/>
          </p:nvPr>
        </p:nvSpPr>
        <p:spPr>
          <a:xfrm>
            <a:off x="1042100" y="2052275"/>
            <a:ext cx="7581900" cy="74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4" name="Google Shape;634;p38"/>
          <p:cNvSpPr txBox="1"/>
          <p:nvPr>
            <p:ph idx="4" type="subTitle"/>
          </p:nvPr>
        </p:nvSpPr>
        <p:spPr>
          <a:xfrm>
            <a:off x="1042100" y="2801150"/>
            <a:ext cx="7581900" cy="741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5" name="Google Shape;635;p38"/>
          <p:cNvSpPr txBox="1"/>
          <p:nvPr>
            <p:ph idx="5" type="subTitle"/>
          </p:nvPr>
        </p:nvSpPr>
        <p:spPr>
          <a:xfrm>
            <a:off x="1042100" y="35424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6" name="Google Shape;636;p38"/>
          <p:cNvSpPr txBox="1"/>
          <p:nvPr>
            <p:ph idx="6" type="subTitle"/>
          </p:nvPr>
        </p:nvSpPr>
        <p:spPr>
          <a:xfrm>
            <a:off x="1042100" y="42976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_3">
    <p:bg>
      <p:bgPr>
        <a:solidFill>
          <a:schemeClr val="lt2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p39"/>
          <p:cNvGrpSpPr/>
          <p:nvPr/>
        </p:nvGrpSpPr>
        <p:grpSpPr>
          <a:xfrm rot="5400000">
            <a:off x="593777" y="548798"/>
            <a:ext cx="369896" cy="333900"/>
            <a:chOff x="96076" y="654376"/>
            <a:chExt cx="369896" cy="333900"/>
          </a:xfrm>
        </p:grpSpPr>
        <p:cxnSp>
          <p:nvCxnSpPr>
            <p:cNvPr id="639" name="Google Shape;639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0" name="Google Shape;640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1" name="Google Shape;641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42" name="Google Shape;642;p39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643" name="Google Shape;643;p3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4" name="Google Shape;644;p3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p3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3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3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8" name="Google Shape;648;p39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  <p:cxnSp>
        <p:nvCxnSpPr>
          <p:cNvPr id="649" name="Google Shape;649;p39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bg>
      <p:bgPr>
        <a:solidFill>
          <a:schemeClr val="lt2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52" name="Google Shape;652;p4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4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4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4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4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6">
    <p:bg>
      <p:bgPr>
        <a:solidFill>
          <a:schemeClr val="lt2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59" name="Google Shape;659;p4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4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4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4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4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4" name="Google Shape;664;p41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65" name="Google Shape;665;p41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66" name="Google Shape;666;p41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3">
  <p:cSld name="BLANK_3">
    <p:bg>
      <p:bgPr>
        <a:solidFill>
          <a:schemeClr val="dk2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oogle Shape;668;p42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669" name="Google Shape;669;p42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p42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1" name="Google Shape;671;p42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2" name="Google Shape;672;p42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3" name="Google Shape;673;p42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4" name="Google Shape;674;p42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5" name="Google Shape;675;p42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76" name="Google Shape;676;p42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7" name="Google Shape;677;p42"/>
          <p:cNvSpPr txBox="1"/>
          <p:nvPr>
            <p:ph idx="1" type="subTitle"/>
          </p:nvPr>
        </p:nvSpPr>
        <p:spPr>
          <a:xfrm>
            <a:off x="521800" y="2782875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8" name="Google Shape;678;p42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9" name="Google Shape;679;p42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0" name="Google Shape;680;p42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6">
  <p:cSld name="BLANK_2">
    <p:bg>
      <p:bgPr>
        <a:solidFill>
          <a:schemeClr val="dk2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2" name="Google Shape;682;p4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3" name="Google Shape;683;p4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4" name="Google Shape;684;p4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5" name="Google Shape;685;p4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6" name="Google Shape;686;p43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7" name="Google Shape;687;p43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p43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9" name="Google Shape;689;p43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0" name="Google Shape;690;p43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4">
  <p:cSld name="BLANK_2_2">
    <p:bg>
      <p:bgPr>
        <a:solidFill>
          <a:schemeClr val="dk2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4"/>
          <p:cNvSpPr txBox="1"/>
          <p:nvPr>
            <p:ph idx="1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3" name="Google Shape;693;p44"/>
          <p:cNvSpPr txBox="1"/>
          <p:nvPr>
            <p:ph idx="2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4" name="Google Shape;694;p44"/>
          <p:cNvSpPr txBox="1"/>
          <p:nvPr>
            <p:ph idx="3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95" name="Google Shape;695;p44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6" name="Google Shape;696;p44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7" name="Google Shape;697;p44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8" name="Google Shape;698;p44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44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44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44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2" name="Google Shape;702;p44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3" name="Google Shape;703;p44"/>
          <p:cNvSpPr txBox="1"/>
          <p:nvPr>
            <p:ph idx="4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5">
  <p:cSld name="BLANK_2_1">
    <p:bg>
      <p:bgPr>
        <a:solidFill>
          <a:schemeClr val="lt1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5" name="Google Shape;705;p45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45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7" name="Google Shape;707;p45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8" name="Google Shape;708;p45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p45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45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1" name="Google Shape;711;p45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2" name="Google Shape;712;p45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13" name="Google Shape;713;p45"/>
          <p:cNvSpPr txBox="1"/>
          <p:nvPr>
            <p:ph idx="2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4" name="Google Shape;714;p45"/>
          <p:cNvSpPr txBox="1"/>
          <p:nvPr>
            <p:ph idx="3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5" name="Google Shape;715;p45"/>
          <p:cNvSpPr txBox="1"/>
          <p:nvPr>
            <p:ph idx="4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16" name="Google Shape;716;p45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">
  <p:cSld name="BLANK_1_5">
    <p:bg>
      <p:bgPr>
        <a:solidFill>
          <a:schemeClr val="lt1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9" name="Google Shape;719;p46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0" name="Google Shape;720;p4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1" name="Google Shape;721;p4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22" name="Google Shape;722;p4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4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4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4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4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2">
  <p:cSld name="BLANK_1_3">
    <p:bg>
      <p:bgPr>
        <a:solidFill>
          <a:schemeClr val="lt2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7"/>
          <p:cNvSpPr txBox="1"/>
          <p:nvPr>
            <p:ph idx="1" type="body"/>
          </p:nvPr>
        </p:nvSpPr>
        <p:spPr>
          <a:xfrm>
            <a:off x="4684025" y="3361000"/>
            <a:ext cx="20901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729" name="Google Shape;729;p47"/>
          <p:cNvSpPr txBox="1"/>
          <p:nvPr>
            <p:ph idx="2" type="body"/>
          </p:nvPr>
        </p:nvSpPr>
        <p:spPr>
          <a:xfrm>
            <a:off x="6774125" y="3361250"/>
            <a:ext cx="23706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730" name="Google Shape;730;p47"/>
          <p:cNvSpPr txBox="1"/>
          <p:nvPr>
            <p:ph idx="3" type="body"/>
          </p:nvPr>
        </p:nvSpPr>
        <p:spPr>
          <a:xfrm>
            <a:off x="2597175" y="3361000"/>
            <a:ext cx="20868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731" name="Google Shape;731;p47"/>
          <p:cNvSpPr txBox="1"/>
          <p:nvPr>
            <p:ph idx="4" type="body"/>
          </p:nvPr>
        </p:nvSpPr>
        <p:spPr>
          <a:xfrm>
            <a:off x="520425" y="3361000"/>
            <a:ext cx="20775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732" name="Google Shape;732;p47"/>
          <p:cNvSpPr/>
          <p:nvPr/>
        </p:nvSpPr>
        <p:spPr>
          <a:xfrm rot="-5400000">
            <a:off x="7573550" y="1789950"/>
            <a:ext cx="771000" cy="237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3" name="Google Shape;733;p47"/>
          <p:cNvSpPr/>
          <p:nvPr/>
        </p:nvSpPr>
        <p:spPr>
          <a:xfrm rot="-5400000">
            <a:off x="5343575" y="1930200"/>
            <a:ext cx="771000" cy="209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4" name="Google Shape;734;p47"/>
          <p:cNvSpPr/>
          <p:nvPr/>
        </p:nvSpPr>
        <p:spPr>
          <a:xfrm rot="-5400000">
            <a:off x="3255125" y="1931850"/>
            <a:ext cx="771000" cy="208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5" name="Google Shape;735;p47"/>
          <p:cNvSpPr/>
          <p:nvPr/>
        </p:nvSpPr>
        <p:spPr>
          <a:xfrm rot="-5400000">
            <a:off x="1173425" y="1936950"/>
            <a:ext cx="771000" cy="207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6" name="Google Shape;736;p47"/>
          <p:cNvSpPr txBox="1"/>
          <p:nvPr>
            <p:ph idx="5" type="subTitle"/>
          </p:nvPr>
        </p:nvSpPr>
        <p:spPr>
          <a:xfrm>
            <a:off x="52042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7" name="Google Shape;737;p47"/>
          <p:cNvSpPr txBox="1"/>
          <p:nvPr>
            <p:ph idx="6" type="subTitle"/>
          </p:nvPr>
        </p:nvSpPr>
        <p:spPr>
          <a:xfrm>
            <a:off x="2597225" y="2589750"/>
            <a:ext cx="2076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8" name="Google Shape;738;p47"/>
          <p:cNvSpPr txBox="1"/>
          <p:nvPr>
            <p:ph idx="7" type="subTitle"/>
          </p:nvPr>
        </p:nvSpPr>
        <p:spPr>
          <a:xfrm>
            <a:off x="468567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9" name="Google Shape;739;p47"/>
          <p:cNvSpPr txBox="1"/>
          <p:nvPr>
            <p:ph idx="8" type="subTitle"/>
          </p:nvPr>
        </p:nvSpPr>
        <p:spPr>
          <a:xfrm>
            <a:off x="6773425" y="2589750"/>
            <a:ext cx="2370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40" name="Google Shape;740;p47"/>
          <p:cNvSpPr/>
          <p:nvPr>
            <p:ph idx="9" type="pic"/>
          </p:nvPr>
        </p:nvSpPr>
        <p:spPr>
          <a:xfrm>
            <a:off x="6773402" y="841675"/>
            <a:ext cx="23706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741" name="Google Shape;741;p47"/>
          <p:cNvSpPr/>
          <p:nvPr>
            <p:ph idx="13" type="pic"/>
          </p:nvPr>
        </p:nvSpPr>
        <p:spPr>
          <a:xfrm>
            <a:off x="4685838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742" name="Google Shape;742;p47"/>
          <p:cNvSpPr/>
          <p:nvPr>
            <p:ph idx="14" type="pic"/>
          </p:nvPr>
        </p:nvSpPr>
        <p:spPr>
          <a:xfrm>
            <a:off x="2597225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743" name="Google Shape;743;p47"/>
          <p:cNvSpPr/>
          <p:nvPr>
            <p:ph idx="15" type="pic"/>
          </p:nvPr>
        </p:nvSpPr>
        <p:spPr>
          <a:xfrm>
            <a:off x="520725" y="841675"/>
            <a:ext cx="2076600" cy="174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44" name="Google Shape;744;p47"/>
          <p:cNvCxnSpPr/>
          <p:nvPr/>
        </p:nvCxnSpPr>
        <p:spPr>
          <a:xfrm>
            <a:off x="2598000" y="842050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5" name="Google Shape;745;p47"/>
          <p:cNvCxnSpPr/>
          <p:nvPr/>
        </p:nvCxnSpPr>
        <p:spPr>
          <a:xfrm>
            <a:off x="6773750" y="841675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6" name="Google Shape;746;p47"/>
          <p:cNvCxnSpPr/>
          <p:nvPr/>
        </p:nvCxnSpPr>
        <p:spPr>
          <a:xfrm>
            <a:off x="4684713" y="842026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p47"/>
          <p:cNvCxnSpPr/>
          <p:nvPr/>
        </p:nvCxnSpPr>
        <p:spPr>
          <a:xfrm rot="10800000">
            <a:off x="520800" y="33610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47"/>
          <p:cNvCxnSpPr/>
          <p:nvPr/>
        </p:nvCxnSpPr>
        <p:spPr>
          <a:xfrm rot="10800000">
            <a:off x="520800" y="25904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9" name="Google Shape;749;p47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50" name="Google Shape;750;p47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51" name="Google Shape;751;p47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752" name="Google Shape;752;p4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4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4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4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6" name="Google Shape;756;p47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7" name="Google Shape;757;p4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2"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759;p48"/>
          <p:cNvGrpSpPr/>
          <p:nvPr/>
        </p:nvGrpSpPr>
        <p:grpSpPr>
          <a:xfrm rot="5400000">
            <a:off x="593777" y="660623"/>
            <a:ext cx="369896" cy="333900"/>
            <a:chOff x="96076" y="654376"/>
            <a:chExt cx="369896" cy="333900"/>
          </a:xfrm>
        </p:grpSpPr>
        <p:cxnSp>
          <p:nvCxnSpPr>
            <p:cNvPr id="760" name="Google Shape;760;p4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1" name="Google Shape;761;p4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2" name="Google Shape;762;p4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3" name="Google Shape;763;p48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wun Batang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4" name="Google Shape;764;p48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65" name="Google Shape;765;p48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6" name="Google Shape;766;p48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7" name="Google Shape;767;p48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8" name="Google Shape;768;p4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9" name="Google Shape;769;p4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0" name="Google Shape;770;p4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1" name="Google Shape;771;p4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2" name="Google Shape;772;p4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48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LANK_1_1_1">
    <p:bg>
      <p:bgPr>
        <a:solidFill>
          <a:schemeClr val="lt2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5" name="Google Shape;775;p49"/>
          <p:cNvGrpSpPr/>
          <p:nvPr/>
        </p:nvGrpSpPr>
        <p:grpSpPr>
          <a:xfrm rot="5400000">
            <a:off x="593777" y="654575"/>
            <a:ext cx="369896" cy="333900"/>
            <a:chOff x="96076" y="654376"/>
            <a:chExt cx="369896" cy="333900"/>
          </a:xfrm>
        </p:grpSpPr>
        <p:cxnSp>
          <p:nvCxnSpPr>
            <p:cNvPr id="776" name="Google Shape;776;p4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7" name="Google Shape;777;p4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8" name="Google Shape;778;p4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79" name="Google Shape;779;p49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4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p4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4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4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4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49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p49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87" name="Google Shape;787;p49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88" name="Google Shape;788;p49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_2">
    <p:bg>
      <p:bgPr>
        <a:solidFill>
          <a:schemeClr val="lt2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oogle Shape;790;p50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91" name="Google Shape;791;p5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2" name="Google Shape;792;p5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3" name="Google Shape;793;p5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94" name="Google Shape;794;p50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5" name="Google Shape;795;p5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6" name="Google Shape;796;p5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7" name="Google Shape;797;p5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5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5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50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50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sp>
        <p:nvSpPr>
          <p:cNvPr id="802" name="Google Shape;802;p50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03" name="Google Shape;803;p50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04" name="Google Shape;804;p50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05" name="Google Shape;805;p50"/>
          <p:cNvSpPr txBox="1"/>
          <p:nvPr>
            <p:ph idx="4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06" name="Google Shape;806;p50"/>
          <p:cNvSpPr txBox="1"/>
          <p:nvPr>
            <p:ph idx="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07" name="Google Shape;807;p50"/>
          <p:cNvSpPr txBox="1"/>
          <p:nvPr>
            <p:ph idx="6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08" name="Google Shape;808;p50"/>
          <p:cNvSpPr txBox="1"/>
          <p:nvPr>
            <p:ph idx="7" type="title"/>
          </p:nvPr>
        </p:nvSpPr>
        <p:spPr>
          <a:xfrm>
            <a:off x="501925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bg>
      <p:bgPr>
        <a:solidFill>
          <a:schemeClr val="lt2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0" name="Google Shape;810;p5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11" name="Google Shape;811;p5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2" name="Google Shape;812;p5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13" name="Google Shape;813;p5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14" name="Google Shape;814;p51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15" name="Google Shape;815;p5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p5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7" name="Google Shape;817;p5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p5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9" name="Google Shape;819;p5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0" name="Google Shape;820;p51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_2">
    <p:bg>
      <p:bgPr>
        <a:solidFill>
          <a:schemeClr val="lt2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2" name="Google Shape;822;p5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23" name="Google Shape;823;p5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4" name="Google Shape;824;p5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25" name="Google Shape;825;p5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26" name="Google Shape;826;p52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27" name="Google Shape;827;p5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8" name="Google Shape;828;p5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9" name="Google Shape;829;p5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5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5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2" name="Google Shape;832;p52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3" name="Google Shape;833;p5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34" name="Google Shape;834;p52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35" name="Google Shape;835;p5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BLANK_1_1_1_1_1">
    <p:bg>
      <p:bgPr>
        <a:solidFill>
          <a:schemeClr val="lt2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7" name="Google Shape;837;p53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38" name="Google Shape;838;p5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39" name="Google Shape;839;p5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40" name="Google Shape;840;p5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41" name="Google Shape;841;p53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42" name="Google Shape;842;p5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p5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4" name="Google Shape;844;p5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5" name="Google Shape;845;p5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6" name="Google Shape;846;p5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53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8" name="Google Shape;848;p53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- ALT 1">
  <p:cSld name="BLANK_1_1_1_1_1_2">
    <p:bg>
      <p:bgPr>
        <a:solidFill>
          <a:schemeClr val="lt2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0" name="Google Shape;850;p54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51" name="Google Shape;851;p5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2" name="Google Shape;852;p5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53" name="Google Shape;853;p5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54" name="Google Shape;854;p54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55" name="Google Shape;855;p5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p5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p5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p5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9" name="Google Shape;859;p5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p54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1" name="Google Shape;861;p54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62" name="Google Shape;862;p54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63" name="Google Shape;863;p54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64" name="Google Shape;864;p54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65" name="Google Shape;865;p54"/>
          <p:cNvSpPr txBox="1"/>
          <p:nvPr>
            <p:ph idx="5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lt2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7" name="Google Shape;867;p55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55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55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p55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1" name="Google Shape;871;p55"/>
          <p:cNvSpPr txBox="1"/>
          <p:nvPr>
            <p:ph type="title"/>
          </p:nvPr>
        </p:nvSpPr>
        <p:spPr>
          <a:xfrm>
            <a:off x="511600" y="1703125"/>
            <a:ext cx="8111100" cy="17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BLANK_1_1_1_1_1_1_1_1_2_3">
    <p:bg>
      <p:bgPr>
        <a:solidFill>
          <a:schemeClr val="lt2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6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74" name="Google Shape;874;p5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5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56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5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56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ALT 1">
  <p:cSld name="BLANK_1_1_1_1_1_1_1_1_2_3_1">
    <p:bg>
      <p:bgPr>
        <a:solidFill>
          <a:schemeClr val="lt2"/>
        </a:solid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5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81" name="Google Shape;881;p5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2" name="Google Shape;882;p5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3" name="Google Shape;883;p5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4" name="Google Shape;884;p5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86" name="Google Shape;886;p57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7" name="Google Shape;887;p5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8" name="Google Shape;888;p57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 - Dark ALT">
  <p:cSld name="BLANK_1_1_1_1_1_1_1_1_2_2">
    <p:bg>
      <p:bgPr>
        <a:solidFill>
          <a:schemeClr val="dk2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8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91" name="Google Shape;891;p58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2" name="Google Shape;892;p58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3" name="Google Shape;893;p5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94" name="Google Shape;894;p5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58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p5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7" name="Google Shape;897;p58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8" name="Google Shape;898;p58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9" name="Google Shape;899;p58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900" name="Google Shape;900;p58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Dark ALT">
  <p:cSld name="BLANK_1_1_1_1_1_1_1_1_2_2_1">
    <p:bg>
      <p:bgPr>
        <a:solidFill>
          <a:schemeClr val="dk2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9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903" name="Google Shape;903;p59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4" name="Google Shape;904;p59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5" name="Google Shape;905;p59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06" name="Google Shape;906;p5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59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5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59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59"/>
          <p:cNvSpPr txBox="1"/>
          <p:nvPr>
            <p:ph idx="4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">
    <p:bg>
      <p:bgPr>
        <a:solidFill>
          <a:schemeClr val="lt2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2" name="Google Shape;912;p6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3" name="Google Shape;913;p6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4" name="Google Shape;914;p6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5" name="Google Shape;915;p6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6" name="Google Shape;916;p60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17" name="Google Shape;917;p60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- ALT 1">
  <p:cSld name="BLANK_1_1_1_1_1_1_1_1_1_2">
    <p:bg>
      <p:bgPr>
        <a:solidFill>
          <a:schemeClr val="lt2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9" name="Google Shape;919;p6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6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1" name="Google Shape;921;p6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2" name="Google Shape;922;p6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3" name="Google Shape;923;p61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24" name="Google Shape;924;p61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25" name="Google Shape;925;p61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26" name="Google Shape;926;p61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27" name="Google Shape;927;p61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28" name="Google Shape;928;p61"/>
          <p:cNvSpPr txBox="1"/>
          <p:nvPr>
            <p:ph idx="5" type="title"/>
          </p:nvPr>
        </p:nvSpPr>
        <p:spPr>
          <a:xfrm>
            <a:off x="5019300" y="91975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2">
  <p:cSld name="BLANK_1_1_1_1_1_1_1_1_1_1_2">
    <p:bg>
      <p:bgPr>
        <a:solidFill>
          <a:schemeClr val="lt2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2"/>
          <p:cNvSpPr/>
          <p:nvPr/>
        </p:nvSpPr>
        <p:spPr>
          <a:xfrm>
            <a:off x="3456825" y="841725"/>
            <a:ext cx="2763600" cy="430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931" name="Google Shape;931;p62"/>
          <p:cNvSpPr txBox="1"/>
          <p:nvPr>
            <p:ph idx="1" type="subTitle"/>
          </p:nvPr>
        </p:nvSpPr>
        <p:spPr>
          <a:xfrm>
            <a:off x="10353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2" name="Google Shape;932;p62"/>
          <p:cNvSpPr txBox="1"/>
          <p:nvPr>
            <p:ph idx="2" type="subTitle"/>
          </p:nvPr>
        </p:nvSpPr>
        <p:spPr>
          <a:xfrm>
            <a:off x="67257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3" name="Google Shape;933;p62"/>
          <p:cNvSpPr txBox="1"/>
          <p:nvPr>
            <p:ph idx="3" type="subTitle"/>
          </p:nvPr>
        </p:nvSpPr>
        <p:spPr>
          <a:xfrm>
            <a:off x="3887200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4" name="Google Shape;934;p62"/>
          <p:cNvSpPr txBox="1"/>
          <p:nvPr>
            <p:ph type="title"/>
          </p:nvPr>
        </p:nvSpPr>
        <p:spPr>
          <a:xfrm>
            <a:off x="25115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35" name="Google Shape;935;p62"/>
          <p:cNvSpPr txBox="1"/>
          <p:nvPr>
            <p:ph idx="4" type="title"/>
          </p:nvPr>
        </p:nvSpPr>
        <p:spPr>
          <a:xfrm>
            <a:off x="82019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36" name="Google Shape;936;p62"/>
          <p:cNvSpPr txBox="1"/>
          <p:nvPr>
            <p:ph idx="5" type="title"/>
          </p:nvPr>
        </p:nvSpPr>
        <p:spPr>
          <a:xfrm>
            <a:off x="11791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7" name="Google Shape;937;p62"/>
          <p:cNvSpPr txBox="1"/>
          <p:nvPr>
            <p:ph idx="6" type="title"/>
          </p:nvPr>
        </p:nvSpPr>
        <p:spPr>
          <a:xfrm>
            <a:off x="68695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8" name="Google Shape;938;p62"/>
          <p:cNvSpPr txBox="1"/>
          <p:nvPr>
            <p:ph idx="7" type="title"/>
          </p:nvPr>
        </p:nvSpPr>
        <p:spPr>
          <a:xfrm>
            <a:off x="490600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9" name="Google Shape;939;p62"/>
          <p:cNvSpPr txBox="1"/>
          <p:nvPr>
            <p:ph idx="8" type="title"/>
          </p:nvPr>
        </p:nvSpPr>
        <p:spPr>
          <a:xfrm>
            <a:off x="5363375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40" name="Google Shape;940;p62"/>
          <p:cNvSpPr txBox="1"/>
          <p:nvPr>
            <p:ph idx="9" type="body"/>
          </p:nvPr>
        </p:nvSpPr>
        <p:spPr>
          <a:xfrm>
            <a:off x="922250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41" name="Google Shape;941;p62"/>
          <p:cNvSpPr txBox="1"/>
          <p:nvPr>
            <p:ph idx="13" type="body"/>
          </p:nvPr>
        </p:nvSpPr>
        <p:spPr>
          <a:xfrm>
            <a:off x="6613213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42" name="Google Shape;942;p62"/>
          <p:cNvSpPr txBox="1"/>
          <p:nvPr>
            <p:ph idx="14" type="body"/>
          </p:nvPr>
        </p:nvSpPr>
        <p:spPr>
          <a:xfrm>
            <a:off x="3767726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43" name="Google Shape;943;p62"/>
          <p:cNvSpPr txBox="1"/>
          <p:nvPr>
            <p:ph idx="15" type="title"/>
          </p:nvPr>
        </p:nvSpPr>
        <p:spPr>
          <a:xfrm>
            <a:off x="922925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44" name="Google Shape;944;p62"/>
          <p:cNvCxnSpPr/>
          <p:nvPr/>
        </p:nvCxnSpPr>
        <p:spPr>
          <a:xfrm rot="10800000">
            <a:off x="13529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5" name="Google Shape;945;p62"/>
          <p:cNvSpPr/>
          <p:nvPr/>
        </p:nvSpPr>
        <p:spPr>
          <a:xfrm>
            <a:off x="13494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46" name="Google Shape;946;p62"/>
          <p:cNvCxnSpPr/>
          <p:nvPr/>
        </p:nvCxnSpPr>
        <p:spPr>
          <a:xfrm rot="10800000">
            <a:off x="10353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7" name="Google Shape;947;p62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48" name="Google Shape;948;p62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49" name="Google Shape;949;p62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50" name="Google Shape;950;p6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1" name="Google Shape;951;p6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2" name="Google Shape;952;p6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3" name="Google Shape;953;p6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4" name="Google Shape;954;p6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5" name="Google Shape;955;p62"/>
          <p:cNvSpPr txBox="1"/>
          <p:nvPr>
            <p:ph idx="19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956" name="Google Shape;956;p62"/>
          <p:cNvCxnSpPr/>
          <p:nvPr/>
        </p:nvCxnSpPr>
        <p:spPr>
          <a:xfrm rot="10800000">
            <a:off x="70433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7" name="Google Shape;957;p62"/>
          <p:cNvSpPr/>
          <p:nvPr/>
        </p:nvSpPr>
        <p:spPr>
          <a:xfrm>
            <a:off x="70398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58" name="Google Shape;958;p62"/>
          <p:cNvCxnSpPr/>
          <p:nvPr/>
        </p:nvCxnSpPr>
        <p:spPr>
          <a:xfrm rot="10800000">
            <a:off x="67257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9" name="Google Shape;959;p62"/>
          <p:cNvSpPr txBox="1"/>
          <p:nvPr>
            <p:ph idx="20" type="title"/>
          </p:nvPr>
        </p:nvSpPr>
        <p:spPr>
          <a:xfrm>
            <a:off x="6613888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60" name="Google Shape;960;p62"/>
          <p:cNvCxnSpPr/>
          <p:nvPr/>
        </p:nvCxnSpPr>
        <p:spPr>
          <a:xfrm rot="10800000">
            <a:off x="520800" y="22032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1" name="Google Shape;961;p62"/>
          <p:cNvSpPr txBox="1"/>
          <p:nvPr>
            <p:ph idx="21" type="title"/>
          </p:nvPr>
        </p:nvSpPr>
        <p:spPr>
          <a:xfrm>
            <a:off x="3768413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62" name="Google Shape;962;p62"/>
          <p:cNvCxnSpPr/>
          <p:nvPr/>
        </p:nvCxnSpPr>
        <p:spPr>
          <a:xfrm rot="10800000">
            <a:off x="4204772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p62"/>
          <p:cNvSpPr/>
          <p:nvPr/>
        </p:nvSpPr>
        <p:spPr>
          <a:xfrm>
            <a:off x="5076315" y="4383492"/>
            <a:ext cx="105900" cy="11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64" name="Google Shape;964;p62"/>
          <p:cNvCxnSpPr/>
          <p:nvPr/>
        </p:nvCxnSpPr>
        <p:spPr>
          <a:xfrm rot="10800000">
            <a:off x="3887050" y="4439000"/>
            <a:ext cx="1212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5" name="Google Shape;965;p62"/>
          <p:cNvCxnSpPr/>
          <p:nvPr/>
        </p:nvCxnSpPr>
        <p:spPr>
          <a:xfrm rot="10800000">
            <a:off x="527025" y="38524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3">
  <p:cSld name="CUSTOM">
    <p:bg>
      <p:bgPr>
        <a:solidFill>
          <a:schemeClr val="lt1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63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68" name="Google Shape;968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9" name="Google Shape;969;p6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70" name="Google Shape;970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71" name="Google Shape;971;p63"/>
          <p:cNvSpPr txBox="1"/>
          <p:nvPr>
            <p:ph type="title"/>
          </p:nvPr>
        </p:nvSpPr>
        <p:spPr>
          <a:xfrm>
            <a:off x="4322575" y="121745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72" name="Google Shape;972;p63"/>
          <p:cNvSpPr txBox="1"/>
          <p:nvPr>
            <p:ph idx="2" type="title"/>
          </p:nvPr>
        </p:nvSpPr>
        <p:spPr>
          <a:xfrm>
            <a:off x="1040875" y="1217450"/>
            <a:ext cx="3281700" cy="552000"/>
          </a:xfrm>
          <a:prstGeom prst="rect">
            <a:avLst/>
          </a:prstGeom>
        </p:spPr>
        <p:txBody>
          <a:bodyPr anchorCtr="0" anchor="b" bIns="91425" lIns="2743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73" name="Google Shape;973;p63"/>
          <p:cNvSpPr txBox="1"/>
          <p:nvPr>
            <p:ph idx="1" type="body"/>
          </p:nvPr>
        </p:nvSpPr>
        <p:spPr>
          <a:xfrm>
            <a:off x="1042100" y="1764975"/>
            <a:ext cx="32817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4" name="Google Shape;974;p63"/>
          <p:cNvSpPr txBox="1"/>
          <p:nvPr>
            <p:ph idx="3" type="subTitle"/>
          </p:nvPr>
        </p:nvSpPr>
        <p:spPr>
          <a:xfrm>
            <a:off x="1040400" y="334925"/>
            <a:ext cx="75825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75" name="Google Shape;975;p63"/>
          <p:cNvSpPr txBox="1"/>
          <p:nvPr>
            <p:ph idx="4" type="title"/>
          </p:nvPr>
        </p:nvSpPr>
        <p:spPr>
          <a:xfrm flipH="1">
            <a:off x="1046175" y="670000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6" name="Google Shape;976;p63"/>
          <p:cNvSpPr/>
          <p:nvPr/>
        </p:nvSpPr>
        <p:spPr>
          <a:xfrm>
            <a:off x="4324853" y="1916138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3"/>
          <p:cNvSpPr/>
          <p:nvPr/>
        </p:nvSpPr>
        <p:spPr>
          <a:xfrm>
            <a:off x="4324853" y="2613500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8" name="Google Shape;978;p63"/>
          <p:cNvCxnSpPr/>
          <p:nvPr/>
        </p:nvCxnSpPr>
        <p:spPr>
          <a:xfrm rot="10800000">
            <a:off x="4324673" y="156706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" name="Google Shape;979;p63"/>
          <p:cNvCxnSpPr/>
          <p:nvPr/>
        </p:nvCxnSpPr>
        <p:spPr>
          <a:xfrm rot="10800000">
            <a:off x="4324066" y="191528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" name="Google Shape;980;p63"/>
          <p:cNvCxnSpPr/>
          <p:nvPr/>
        </p:nvCxnSpPr>
        <p:spPr>
          <a:xfrm rot="10800000">
            <a:off x="4324066" y="226444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1" name="Google Shape;981;p63"/>
          <p:cNvCxnSpPr/>
          <p:nvPr/>
        </p:nvCxnSpPr>
        <p:spPr>
          <a:xfrm rot="10800000">
            <a:off x="4324066" y="261266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2" name="Google Shape;982;p63"/>
          <p:cNvCxnSpPr/>
          <p:nvPr/>
        </p:nvCxnSpPr>
        <p:spPr>
          <a:xfrm rot="10800000">
            <a:off x="4323597" y="296182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3" name="Google Shape;983;p63"/>
          <p:cNvCxnSpPr/>
          <p:nvPr/>
        </p:nvCxnSpPr>
        <p:spPr>
          <a:xfrm rot="10800000">
            <a:off x="4324048" y="331111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4" name="Google Shape;984;p63"/>
          <p:cNvCxnSpPr/>
          <p:nvPr/>
        </p:nvCxnSpPr>
        <p:spPr>
          <a:xfrm rot="10800000">
            <a:off x="4323441" y="365933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5" name="Google Shape;985;p63"/>
          <p:cNvCxnSpPr/>
          <p:nvPr/>
        </p:nvCxnSpPr>
        <p:spPr>
          <a:xfrm rot="10800000">
            <a:off x="4323441" y="400849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" name="Google Shape;986;p63"/>
          <p:cNvCxnSpPr/>
          <p:nvPr/>
        </p:nvCxnSpPr>
        <p:spPr>
          <a:xfrm rot="10800000">
            <a:off x="4323441" y="435671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7" name="Google Shape;987;p63"/>
          <p:cNvCxnSpPr/>
          <p:nvPr/>
        </p:nvCxnSpPr>
        <p:spPr>
          <a:xfrm rot="10800000">
            <a:off x="4322972" y="470587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8" name="Google Shape;988;p63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9" name="Google Shape;989;p63"/>
          <p:cNvSpPr txBox="1"/>
          <p:nvPr>
            <p:ph idx="6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0" name="Google Shape;990;p63"/>
          <p:cNvSpPr txBox="1"/>
          <p:nvPr>
            <p:ph idx="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91" name="Google Shape;991;p6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2" name="Google Shape;992;p6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3" name="Google Shape;993;p6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" name="Google Shape;994;p6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" name="Google Shape;995;p6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6" name="Google Shape;996;p63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7" name="Google Shape;997;p63"/>
          <p:cNvCxnSpPr/>
          <p:nvPr/>
        </p:nvCxnSpPr>
        <p:spPr>
          <a:xfrm>
            <a:off x="4322575" y="1217450"/>
            <a:ext cx="0" cy="3926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8" name="Google Shape;998;p63"/>
          <p:cNvCxnSpPr/>
          <p:nvPr/>
        </p:nvCxnSpPr>
        <p:spPr>
          <a:xfrm>
            <a:off x="8622700" y="334850"/>
            <a:ext cx="0" cy="4809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9" name="Google Shape;999;p63"/>
          <p:cNvSpPr txBox="1"/>
          <p:nvPr>
            <p:ph idx="8" type="title"/>
          </p:nvPr>
        </p:nvSpPr>
        <p:spPr>
          <a:xfrm>
            <a:off x="4322575" y="156680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0" name="Google Shape;1000;p63"/>
          <p:cNvSpPr txBox="1"/>
          <p:nvPr>
            <p:ph idx="9" type="title"/>
          </p:nvPr>
        </p:nvSpPr>
        <p:spPr>
          <a:xfrm>
            <a:off x="4322575" y="191562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1" name="Google Shape;1001;p63"/>
          <p:cNvSpPr txBox="1"/>
          <p:nvPr>
            <p:ph idx="13" type="title"/>
          </p:nvPr>
        </p:nvSpPr>
        <p:spPr>
          <a:xfrm>
            <a:off x="4322575" y="226497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2" name="Google Shape;1002;p63"/>
          <p:cNvSpPr txBox="1"/>
          <p:nvPr>
            <p:ph idx="14" type="title"/>
          </p:nvPr>
        </p:nvSpPr>
        <p:spPr>
          <a:xfrm>
            <a:off x="4322575" y="2613638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3" name="Google Shape;1003;p63"/>
          <p:cNvSpPr txBox="1"/>
          <p:nvPr>
            <p:ph idx="15" type="title"/>
          </p:nvPr>
        </p:nvSpPr>
        <p:spPr>
          <a:xfrm>
            <a:off x="7084775" y="121745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4" name="Google Shape;1004;p63"/>
          <p:cNvSpPr txBox="1"/>
          <p:nvPr>
            <p:ph idx="16" type="title"/>
          </p:nvPr>
        </p:nvSpPr>
        <p:spPr>
          <a:xfrm>
            <a:off x="7084775" y="156680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5" name="Google Shape;1005;p63"/>
          <p:cNvSpPr txBox="1"/>
          <p:nvPr>
            <p:ph idx="17" type="title"/>
          </p:nvPr>
        </p:nvSpPr>
        <p:spPr>
          <a:xfrm>
            <a:off x="7084775" y="191562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6" name="Google Shape;1006;p63"/>
          <p:cNvSpPr txBox="1"/>
          <p:nvPr>
            <p:ph idx="18" type="title"/>
          </p:nvPr>
        </p:nvSpPr>
        <p:spPr>
          <a:xfrm>
            <a:off x="7084775" y="226497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7" name="Google Shape;1007;p63"/>
          <p:cNvSpPr txBox="1"/>
          <p:nvPr>
            <p:ph idx="19" type="title"/>
          </p:nvPr>
        </p:nvSpPr>
        <p:spPr>
          <a:xfrm>
            <a:off x="7084775" y="2613638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">
    <p:bg>
      <p:bgPr>
        <a:solidFill>
          <a:schemeClr val="lt2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9" name="Google Shape;1009;p64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1010" name="Google Shape;1010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1" name="Google Shape;1011;p6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12" name="Google Shape;1012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13" name="Google Shape;1013;p64"/>
          <p:cNvSpPr txBox="1"/>
          <p:nvPr>
            <p:ph idx="1" type="body"/>
          </p:nvPr>
        </p:nvSpPr>
        <p:spPr>
          <a:xfrm>
            <a:off x="1040725" y="1217500"/>
            <a:ext cx="3578100" cy="3652500"/>
          </a:xfrm>
          <a:prstGeom prst="rect">
            <a:avLst/>
          </a:prstGeom>
        </p:spPr>
        <p:txBody>
          <a:bodyPr anchorCtr="0" anchor="t" bIns="91425" lIns="274300" spcFirstLastPara="1" rIns="365750" wrap="square" tIns="36575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4" name="Google Shape;1014;p64"/>
          <p:cNvSpPr/>
          <p:nvPr/>
        </p:nvSpPr>
        <p:spPr>
          <a:xfrm>
            <a:off x="5019250" y="1217450"/>
            <a:ext cx="4124700" cy="394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015" name="Google Shape;1015;p64"/>
          <p:cNvCxnSpPr/>
          <p:nvPr/>
        </p:nvCxnSpPr>
        <p:spPr>
          <a:xfrm>
            <a:off x="5019250" y="1217450"/>
            <a:ext cx="0" cy="394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6" name="Google Shape;1016;p64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17" name="Google Shape;1017;p64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18" name="Google Shape;1018;p64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19" name="Google Shape;1019;p6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0" name="Google Shape;1020;p6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1" name="Google Shape;1021;p6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2" name="Google Shape;1022;p6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6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4" name="Google Shape;1024;p64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5" name="Google Shape;1025;p64"/>
          <p:cNvSpPr txBox="1"/>
          <p:nvPr>
            <p:ph type="title"/>
          </p:nvPr>
        </p:nvSpPr>
        <p:spPr>
          <a:xfrm flipH="1">
            <a:off x="1046175" y="67000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026" name="Google Shape;1026;p64"/>
          <p:cNvSpPr txBox="1"/>
          <p:nvPr>
            <p:ph idx="5" type="subTitle"/>
          </p:nvPr>
        </p:nvSpPr>
        <p:spPr>
          <a:xfrm>
            <a:off x="1045950" y="334925"/>
            <a:ext cx="75771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27" name="Google Shape;1027;p64"/>
          <p:cNvSpPr txBox="1"/>
          <p:nvPr>
            <p:ph idx="6" type="title"/>
          </p:nvPr>
        </p:nvSpPr>
        <p:spPr>
          <a:xfrm>
            <a:off x="5019250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28" name="Google Shape;1028;p64"/>
          <p:cNvSpPr txBox="1"/>
          <p:nvPr>
            <p:ph idx="7" type="subTitle"/>
          </p:nvPr>
        </p:nvSpPr>
        <p:spPr>
          <a:xfrm>
            <a:off x="5019275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29" name="Google Shape;1029;p64"/>
          <p:cNvSpPr txBox="1"/>
          <p:nvPr>
            <p:ph idx="8" type="title"/>
          </p:nvPr>
        </p:nvSpPr>
        <p:spPr>
          <a:xfrm>
            <a:off x="6959938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30" name="Google Shape;1030;p64"/>
          <p:cNvSpPr txBox="1"/>
          <p:nvPr>
            <p:ph idx="9" type="subTitle"/>
          </p:nvPr>
        </p:nvSpPr>
        <p:spPr>
          <a:xfrm>
            <a:off x="6959963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31" name="Google Shape;1031;p64"/>
          <p:cNvSpPr txBox="1"/>
          <p:nvPr>
            <p:ph idx="13" type="subTitle"/>
          </p:nvPr>
        </p:nvSpPr>
        <p:spPr>
          <a:xfrm>
            <a:off x="5019275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32" name="Google Shape;1032;p64"/>
          <p:cNvSpPr txBox="1"/>
          <p:nvPr>
            <p:ph idx="14" type="title"/>
          </p:nvPr>
        </p:nvSpPr>
        <p:spPr>
          <a:xfrm>
            <a:off x="5019250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33" name="Google Shape;1033;p64"/>
          <p:cNvSpPr txBox="1"/>
          <p:nvPr>
            <p:ph idx="15" type="title"/>
          </p:nvPr>
        </p:nvSpPr>
        <p:spPr>
          <a:xfrm>
            <a:off x="6959938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34" name="Google Shape;1034;p64"/>
          <p:cNvSpPr txBox="1"/>
          <p:nvPr>
            <p:ph idx="16" type="subTitle"/>
          </p:nvPr>
        </p:nvSpPr>
        <p:spPr>
          <a:xfrm>
            <a:off x="6959963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35" name="Google Shape;1035;p64"/>
          <p:cNvSpPr txBox="1"/>
          <p:nvPr>
            <p:ph idx="17" type="subTitle"/>
          </p:nvPr>
        </p:nvSpPr>
        <p:spPr>
          <a:xfrm>
            <a:off x="5019275" y="1217450"/>
            <a:ext cx="3603300" cy="678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anizational Update - Employees highlight">
  <p:cSld name="CUSTOM_2">
    <p:bg>
      <p:bgPr>
        <a:solidFill>
          <a:schemeClr val="lt2"/>
        </a:soli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65"/>
          <p:cNvSpPr/>
          <p:nvPr>
            <p:ph idx="2" type="pic"/>
          </p:nvPr>
        </p:nvSpPr>
        <p:spPr>
          <a:xfrm>
            <a:off x="5212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38" name="Google Shape;1038;p65"/>
          <p:cNvSpPr/>
          <p:nvPr>
            <p:ph idx="3" type="pic"/>
          </p:nvPr>
        </p:nvSpPr>
        <p:spPr>
          <a:xfrm>
            <a:off x="33957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39" name="Google Shape;1039;p65"/>
          <p:cNvSpPr/>
          <p:nvPr>
            <p:ph idx="4" type="pic"/>
          </p:nvPr>
        </p:nvSpPr>
        <p:spPr>
          <a:xfrm>
            <a:off x="6269136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40" name="Google Shape;1040;p65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1" name="Google Shape;1041;p65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2" name="Google Shape;1042;p65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3" name="Google Shape;1043;p6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044" name="Google Shape;1044;p6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5" name="Google Shape;1045;p6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6" name="Google Shape;1046;p6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6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6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9" name="Google Shape;1049;p65"/>
          <p:cNvSpPr txBox="1"/>
          <p:nvPr>
            <p:ph idx="7" type="title"/>
          </p:nvPr>
        </p:nvSpPr>
        <p:spPr>
          <a:xfrm>
            <a:off x="526800" y="846475"/>
            <a:ext cx="28689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0" name="Google Shape;1050;p65"/>
          <p:cNvSpPr txBox="1"/>
          <p:nvPr>
            <p:ph idx="8" type="title"/>
          </p:nvPr>
        </p:nvSpPr>
        <p:spPr>
          <a:xfrm>
            <a:off x="3395769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1" name="Google Shape;1051;p65"/>
          <p:cNvSpPr txBox="1"/>
          <p:nvPr>
            <p:ph idx="9" type="title"/>
          </p:nvPr>
        </p:nvSpPr>
        <p:spPr>
          <a:xfrm>
            <a:off x="6269150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Project - Timeline ">
  <p:cSld name="CUSTOM_3">
    <p:bg>
      <p:bgPr>
        <a:solidFill>
          <a:schemeClr val="lt2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66"/>
          <p:cNvSpPr txBox="1"/>
          <p:nvPr>
            <p:ph type="title"/>
          </p:nvPr>
        </p:nvSpPr>
        <p:spPr>
          <a:xfrm>
            <a:off x="6995500" y="1307575"/>
            <a:ext cx="21483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4" name="Google Shape;1054;p66"/>
          <p:cNvSpPr txBox="1"/>
          <p:nvPr>
            <p:ph idx="2" type="title"/>
          </p:nvPr>
        </p:nvSpPr>
        <p:spPr>
          <a:xfrm>
            <a:off x="48390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5" name="Google Shape;1055;p66"/>
          <p:cNvSpPr txBox="1"/>
          <p:nvPr>
            <p:ph idx="3" type="title"/>
          </p:nvPr>
        </p:nvSpPr>
        <p:spPr>
          <a:xfrm>
            <a:off x="26835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6" name="Google Shape;1056;p66"/>
          <p:cNvSpPr txBox="1"/>
          <p:nvPr>
            <p:ph idx="4" type="title"/>
          </p:nvPr>
        </p:nvSpPr>
        <p:spPr>
          <a:xfrm>
            <a:off x="521350" y="1307575"/>
            <a:ext cx="21618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7" name="Google Shape;1057;p66"/>
          <p:cNvSpPr txBox="1"/>
          <p:nvPr>
            <p:ph idx="1" type="body"/>
          </p:nvPr>
        </p:nvSpPr>
        <p:spPr>
          <a:xfrm>
            <a:off x="6995400" y="2606275"/>
            <a:ext cx="21483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58" name="Google Shape;1058;p66"/>
          <p:cNvSpPr txBox="1"/>
          <p:nvPr>
            <p:ph idx="5" type="body"/>
          </p:nvPr>
        </p:nvSpPr>
        <p:spPr>
          <a:xfrm>
            <a:off x="48389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59" name="Google Shape;1059;p66"/>
          <p:cNvSpPr txBox="1"/>
          <p:nvPr>
            <p:ph idx="6" type="body"/>
          </p:nvPr>
        </p:nvSpPr>
        <p:spPr>
          <a:xfrm>
            <a:off x="26834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60" name="Google Shape;1060;p66"/>
          <p:cNvSpPr txBox="1"/>
          <p:nvPr>
            <p:ph idx="7" type="body"/>
          </p:nvPr>
        </p:nvSpPr>
        <p:spPr>
          <a:xfrm>
            <a:off x="521250" y="2606275"/>
            <a:ext cx="21618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1061" name="Google Shape;1061;p66"/>
          <p:cNvCxnSpPr/>
          <p:nvPr/>
        </p:nvCxnSpPr>
        <p:spPr>
          <a:xfrm>
            <a:off x="483907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2" name="Google Shape;1062;p66"/>
          <p:cNvCxnSpPr/>
          <p:nvPr/>
        </p:nvCxnSpPr>
        <p:spPr>
          <a:xfrm>
            <a:off x="69950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3" name="Google Shape;1063;p66"/>
          <p:cNvCxnSpPr/>
          <p:nvPr/>
        </p:nvCxnSpPr>
        <p:spPr>
          <a:xfrm>
            <a:off x="26831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4" name="Google Shape;1064;p66"/>
          <p:cNvSpPr txBox="1"/>
          <p:nvPr>
            <p:ph idx="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65" name="Google Shape;1065;p66"/>
          <p:cNvSpPr txBox="1"/>
          <p:nvPr>
            <p:ph idx="9" type="title"/>
          </p:nvPr>
        </p:nvSpPr>
        <p:spPr>
          <a:xfrm flipH="1">
            <a:off x="521450" y="666257"/>
            <a:ext cx="81012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066" name="Google Shape;1066;p66"/>
          <p:cNvSpPr txBox="1"/>
          <p:nvPr>
            <p:ph idx="13" type="subTitle"/>
          </p:nvPr>
        </p:nvSpPr>
        <p:spPr>
          <a:xfrm>
            <a:off x="521250" y="334925"/>
            <a:ext cx="8101800" cy="3312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067" name="Google Shape;1067;p6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8" name="Google Shape;1068;p6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9" name="Google Shape;1069;p6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0" name="Google Shape;1070;p6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1" name="Google Shape;1071;p66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2" name="Google Shape;1072;p66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73" name="Google Shape;1073;p66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1">
  <p:cSld name="BLANK_1_1_1_1_1_1_1_1_1_1_2_1">
    <p:bg>
      <p:bgPr>
        <a:solidFill>
          <a:schemeClr val="dk2"/>
        </a:solidFill>
      </p:bgPr>
    </p:bg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67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6" name="Google Shape;1076;p67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7" name="Google Shape;1077;p67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78" name="Google Shape;1078;p6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9" name="Google Shape;1079;p6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6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1" name="Google Shape;1081;p6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BLANK_1_1_1_1_1_1_1_1_1_1_2_1_1">
    <p:bg>
      <p:bgPr>
        <a:solidFill>
          <a:schemeClr val="lt2"/>
        </a:solidFill>
      </p:bgPr>
    </p:bg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3" name="Google Shape;1083;p6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4" name="Google Shape;1084;p6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5" name="Google Shape;1085;p6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6" name="Google Shape;1086;p6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_1_1_1">
    <p:bg>
      <p:bgPr>
        <a:solidFill>
          <a:schemeClr val="lt2"/>
        </a:solidFill>
      </p:bgPr>
    </p:bg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69"/>
          <p:cNvSpPr txBox="1"/>
          <p:nvPr>
            <p:ph idx="1" type="subTitle"/>
          </p:nvPr>
        </p:nvSpPr>
        <p:spPr>
          <a:xfrm>
            <a:off x="5208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89" name="Google Shape;1089;p69"/>
          <p:cNvSpPr txBox="1"/>
          <p:nvPr>
            <p:ph idx="2" type="subTitle"/>
          </p:nvPr>
        </p:nvSpPr>
        <p:spPr>
          <a:xfrm>
            <a:off x="408925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0" name="Google Shape;1090;p69"/>
          <p:cNvSpPr txBox="1"/>
          <p:nvPr>
            <p:ph idx="3" type="subTitle"/>
          </p:nvPr>
        </p:nvSpPr>
        <p:spPr>
          <a:xfrm>
            <a:off x="6773250" y="-175"/>
            <a:ext cx="1848900" cy="335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91" name="Google Shape;1091;p69"/>
          <p:cNvCxnSpPr/>
          <p:nvPr/>
        </p:nvCxnSpPr>
        <p:spPr>
          <a:xfrm>
            <a:off x="5208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2" name="Google Shape;1092;p69"/>
          <p:cNvCxnSpPr/>
          <p:nvPr/>
        </p:nvCxnSpPr>
        <p:spPr>
          <a:xfrm>
            <a:off x="52080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3" name="Google Shape;1093;p69"/>
          <p:cNvCxnSpPr/>
          <p:nvPr/>
        </p:nvCxnSpPr>
        <p:spPr>
          <a:xfrm>
            <a:off x="677330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4" name="Google Shape;1094;p69"/>
          <p:cNvCxnSpPr/>
          <p:nvPr/>
        </p:nvCxnSpPr>
        <p:spPr>
          <a:xfrm>
            <a:off x="862352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3">
  <p:cSld name="BLANK_1_1_1_1_1_1_1_1_1_1_2_2">
    <p:bg>
      <p:bgPr>
        <a:solidFill>
          <a:schemeClr val="lt2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7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7" name="Google Shape;1097;p70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8" name="Google Shape;1098;p7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99" name="Google Shape;1099;p7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0" name="Google Shape;1100;p7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1" name="Google Shape;1101;p7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2" name="Google Shape;1102;p7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3" name="Google Shape;1103;p7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4">
  <p:cSld name="BLANK_1_1_1_1_1_1_1_1_1_1_2_1_2">
    <p:bg>
      <p:bgPr>
        <a:solidFill>
          <a:schemeClr val="dk2"/>
        </a:solidFill>
      </p:bgPr>
    </p:bg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71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6" name="Google Shape;1106;p71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7" name="Google Shape;1107;p71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08" name="Google Shape;1108;p7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9" name="Google Shape;1109;p7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0" name="Google Shape;1110;p7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1" name="Google Shape;1111;p7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7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5">
  <p:cSld name="BLANK_1_1_1_1_1_1_1_1_1_1_2_1_1_2">
    <p:bg>
      <p:bgPr>
        <a:solidFill>
          <a:schemeClr val="lt1"/>
        </a:solid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7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5" name="Google Shape;1115;p72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6" name="Google Shape;1116;p7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17" name="Google Shape;1117;p7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8" name="Google Shape;1118;p7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9" name="Google Shape;1119;p7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0" name="Google Shape;1120;p7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1" name="Google Shape;1121;p7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solidFill>
          <a:schemeClr val="lt2"/>
        </a:solidFill>
      </p:bgPr>
    </p:bg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73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124" name="Google Shape;1124;p7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5" name="Google Shape;1125;p7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6" name="Google Shape;1126;p7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7" name="Google Shape;1127;p7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8" name="Google Shape;1128;p7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29" name="Google Shape;1129;p7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0" name="Google Shape;1130;p73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lt2"/>
        </a:solidFill>
      </p:bgPr>
    </p:bg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4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133" name="Google Shape;1133;p7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4" name="Google Shape;1134;p7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5" name="Google Shape;1135;p7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6" name="Google Shape;1136;p7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7" name="Google Shape;1137;p7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38" name="Google Shape;1138;p7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9" name="Google Shape;1139;p74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0" name="Google Shape;1140;p74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41" name="Google Shape;1141;p74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42" name="Google Shape;1142;p74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BLANK_1_1_1_1_1_1_1_1_1_1_1_1_1">
    <p:bg>
      <p:bgPr>
        <a:solidFill>
          <a:schemeClr val="lt2"/>
        </a:solid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4" name="Google Shape;1144;p75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45" name="Google Shape;1145;p7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6" name="Google Shape;1146;p7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7" name="Google Shape;1147;p7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8" name="Google Shape;1148;p75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49" name="Google Shape;1149;p7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0" name="Google Shape;1150;p7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1" name="Google Shape;1151;p7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52" name="Google Shape;1152;p75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53" name="Google Shape;1153;p75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54" name="Google Shape;1154;p75"/>
          <p:cNvSpPr txBox="1"/>
          <p:nvPr>
            <p:ph idx="1" type="subTitle"/>
          </p:nvPr>
        </p:nvSpPr>
        <p:spPr>
          <a:xfrm>
            <a:off x="1042075" y="88245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55" name="Google Shape;1155;p75"/>
          <p:cNvSpPr txBox="1"/>
          <p:nvPr>
            <p:ph idx="2" type="subTitle"/>
          </p:nvPr>
        </p:nvSpPr>
        <p:spPr>
          <a:xfrm>
            <a:off x="1042100" y="301580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cxnSp>
        <p:nvCxnSpPr>
          <p:cNvPr id="1156" name="Google Shape;1156;p7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7" name="Google Shape;1157;p7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8" name="Google Shape;1158;p75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9" name="Google Shape;1159;p7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0" name="Google Shape;1160;p7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1" name="Google Shape;1161;p75"/>
          <p:cNvSpPr txBox="1"/>
          <p:nvPr>
            <p:ph idx="3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62" name="Google Shape;1162;p75"/>
          <p:cNvSpPr txBox="1"/>
          <p:nvPr>
            <p:ph idx="4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63" name="Google Shape;1163;p75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64" name="Google Shape;1164;p75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BLANK_1_1_1_1_1_1_1_1_1_1_1_1_1_2">
    <p:bg>
      <p:bgPr>
        <a:solidFill>
          <a:schemeClr val="lt2"/>
        </a:soli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6" name="Google Shape;1166;p76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67" name="Google Shape;1167;p7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8" name="Google Shape;1168;p7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69" name="Google Shape;1169;p7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0" name="Google Shape;1170;p76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71" name="Google Shape;1171;p7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2" name="Google Shape;1172;p7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3" name="Google Shape;1173;p7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74" name="Google Shape;1174;p76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75" name="Google Shape;1175;p76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76" name="Google Shape;1176;p76"/>
          <p:cNvSpPr txBox="1"/>
          <p:nvPr>
            <p:ph type="title"/>
          </p:nvPr>
        </p:nvSpPr>
        <p:spPr>
          <a:xfrm>
            <a:off x="1042100" y="886425"/>
            <a:ext cx="19794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77" name="Google Shape;1177;p76"/>
          <p:cNvSpPr txBox="1"/>
          <p:nvPr>
            <p:ph idx="2" type="title"/>
          </p:nvPr>
        </p:nvSpPr>
        <p:spPr>
          <a:xfrm>
            <a:off x="1042100" y="3023907"/>
            <a:ext cx="19851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78" name="Google Shape;1178;p76"/>
          <p:cNvSpPr txBox="1"/>
          <p:nvPr>
            <p:ph idx="1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79" name="Google Shape;1179;p7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80" name="Google Shape;1180;p76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181" name="Google Shape;1181;p7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2" name="Google Shape;1182;p7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3" name="Google Shape;1183;p76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4" name="Google Shape;1184;p7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5" name="Google Shape;1185;p7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6" name="Google Shape;1186;p76"/>
          <p:cNvSpPr txBox="1"/>
          <p:nvPr>
            <p:ph idx="5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87" name="Google Shape;1187;p76"/>
          <p:cNvSpPr txBox="1"/>
          <p:nvPr>
            <p:ph idx="6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88" name="Google Shape;1188;p76"/>
          <p:cNvSpPr txBox="1"/>
          <p:nvPr>
            <p:ph idx="7"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89" name="Google Shape;1189;p76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BLANK_1_1_1_1_1_1_1_1_1_1_1_1_1_1">
    <p:bg>
      <p:bgPr>
        <a:solidFill>
          <a:schemeClr val="lt2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1" name="Google Shape;1191;p77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92" name="Google Shape;1192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3" name="Google Shape;1193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94" name="Google Shape;1194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5" name="Google Shape;1195;p77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96" name="Google Shape;1196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7" name="Google Shape;1197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98" name="Google Shape;1198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9" name="Google Shape;1199;p77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200" name="Google Shape;1200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1" name="Google Shape;1201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02" name="Google Shape;1202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03" name="Google Shape;1203;p77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04" name="Google Shape;1204;p77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05" name="Google Shape;1205;p77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06" name="Google Shape;1206;p77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07" name="Google Shape;1207;p77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08" name="Google Shape;1208;p77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09" name="Google Shape;1209;p7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0" name="Google Shape;1210;p7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1" name="Google Shape;1211;p7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2" name="Google Shape;1212;p7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3" name="Google Shape;1213;p77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4" name="Google Shape;1214;p77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15" name="Google Shape;1215;p77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6" name="Google Shape;1216;p77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17" name="Google Shape;1217;p77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18" name="Google Shape;1218;p77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bg>
      <p:bgPr>
        <a:solidFill>
          <a:schemeClr val="lt2"/>
        </a:solid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0" name="Google Shape;1220;p78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221" name="Google Shape;1221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2" name="Google Shape;1222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3" name="Google Shape;1223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4" name="Google Shape;1224;p78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225" name="Google Shape;1225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6" name="Google Shape;1226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7" name="Google Shape;1227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8" name="Google Shape;1228;p78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229" name="Google Shape;1229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0" name="Google Shape;1230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31" name="Google Shape;1231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32" name="Google Shape;1232;p78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33" name="Google Shape;1233;p78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4" name="Google Shape;1234;p78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5" name="Google Shape;1235;p78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6" name="Google Shape;1236;p78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37" name="Google Shape;1237;p78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38" name="Google Shape;1238;p7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9" name="Google Shape;1239;p7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0" name="Google Shape;1240;p7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1" name="Google Shape;1241;p7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2" name="Google Shape;1242;p78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3" name="Google Shape;1243;p78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44" name="Google Shape;1244;p78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5" name="Google Shape;1245;p78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6" name="Google Shape;1246;p78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7" name="Google Shape;1247;p78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8" name="Google Shape;1248;p78"/>
          <p:cNvSpPr txBox="1"/>
          <p:nvPr>
            <p:ph idx="7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49" name="Google Shape;1249;p78"/>
          <p:cNvSpPr txBox="1"/>
          <p:nvPr>
            <p:ph idx="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50" name="Google Shape;1250;p78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2"/>
        </a:solidFill>
      </p:bgPr>
    </p:bg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2" name="Google Shape;1252;p79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53" name="Google Shape;1253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4" name="Google Shape;1254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5" name="Google Shape;1255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6" name="Google Shape;1256;p79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57" name="Google Shape;1257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8" name="Google Shape;1258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9" name="Google Shape;1259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0" name="Google Shape;1260;p79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61" name="Google Shape;1261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2" name="Google Shape;1262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63" name="Google Shape;1263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64" name="Google Shape;1264;p79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5" name="Google Shape;1265;p79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6" name="Google Shape;1266;p79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7" name="Google Shape;1267;p79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8" name="Google Shape;1268;p79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269" name="Google Shape;1269;p79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70" name="Google Shape;1270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1" name="Google Shape;1271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72" name="Google Shape;1272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73" name="Google Shape;1273;p79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74" name="Google Shape;1274;p79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75" name="Google Shape;1275;p79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76" name="Google Shape;1276;p7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7" name="Google Shape;1277;p7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8" name="Google Shape;1278;p7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9" name="Google Shape;1279;p7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0" name="Google Shape;1280;p79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1" name="Google Shape;1281;p79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2" name="Google Shape;1282;p79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83" name="Google Shape;1283;p79"/>
          <p:cNvSpPr txBox="1"/>
          <p:nvPr>
            <p:ph idx="5" type="subTitle"/>
          </p:nvPr>
        </p:nvSpPr>
        <p:spPr>
          <a:xfrm>
            <a:off x="1042088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84" name="Google Shape;1284;p79"/>
          <p:cNvSpPr txBox="1"/>
          <p:nvPr>
            <p:ph idx="6" type="subTitle"/>
          </p:nvPr>
        </p:nvSpPr>
        <p:spPr>
          <a:xfrm>
            <a:off x="1042088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85" name="Google Shape;1285;p79"/>
          <p:cNvSpPr txBox="1"/>
          <p:nvPr>
            <p:ph idx="7" type="subTitle"/>
          </p:nvPr>
        </p:nvSpPr>
        <p:spPr>
          <a:xfrm>
            <a:off x="1042088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86" name="Google Shape;1286;p79"/>
          <p:cNvSpPr txBox="1"/>
          <p:nvPr>
            <p:ph idx="8" type="subTitle"/>
          </p:nvPr>
        </p:nvSpPr>
        <p:spPr>
          <a:xfrm>
            <a:off x="1042088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2"/>
        </a:solidFill>
      </p:bgPr>
    </p:bg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8" name="Google Shape;1288;p80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89" name="Google Shape;1289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0" name="Google Shape;1290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1" name="Google Shape;1291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2" name="Google Shape;1292;p80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93" name="Google Shape;1293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4" name="Google Shape;1294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5" name="Google Shape;1295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6" name="Google Shape;1296;p80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97" name="Google Shape;1297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8" name="Google Shape;1298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9" name="Google Shape;1299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00" name="Google Shape;1300;p80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301" name="Google Shape;1301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2" name="Google Shape;1302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03" name="Google Shape;1303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304" name="Google Shape;1304;p80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5" name="Google Shape;1305;p80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6" name="Google Shape;1306;p80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7" name="Google Shape;1307;p80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8" name="Google Shape;1308;p80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09" name="Google Shape;1309;p80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10" name="Google Shape;1310;p80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11" name="Google Shape;1311;p80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312" name="Google Shape;1312;p8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3" name="Google Shape;1313;p8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4" name="Google Shape;1314;p8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5" name="Google Shape;1315;p8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6" name="Google Shape;1316;p80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7" name="Google Shape;1317;p80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8" name="Google Shape;1318;p80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319" name="Google Shape;1319;p80"/>
          <p:cNvSpPr txBox="1"/>
          <p:nvPr>
            <p:ph idx="5" type="subTitle"/>
          </p:nvPr>
        </p:nvSpPr>
        <p:spPr>
          <a:xfrm>
            <a:off x="1042100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0" name="Google Shape;1320;p80"/>
          <p:cNvSpPr txBox="1"/>
          <p:nvPr>
            <p:ph idx="6" type="subTitle"/>
          </p:nvPr>
        </p:nvSpPr>
        <p:spPr>
          <a:xfrm>
            <a:off x="1042100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1" name="Google Shape;1321;p80"/>
          <p:cNvSpPr txBox="1"/>
          <p:nvPr>
            <p:ph idx="7" type="subTitle"/>
          </p:nvPr>
        </p:nvSpPr>
        <p:spPr>
          <a:xfrm>
            <a:off x="1042100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2" name="Google Shape;1322;p80"/>
          <p:cNvSpPr txBox="1"/>
          <p:nvPr>
            <p:ph idx="8" type="subTitle"/>
          </p:nvPr>
        </p:nvSpPr>
        <p:spPr>
          <a:xfrm>
            <a:off x="1042100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3" name="Google Shape;1323;p80"/>
          <p:cNvSpPr txBox="1"/>
          <p:nvPr>
            <p:ph idx="9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24" name="Google Shape;1324;p80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25" name="Google Shape;1325;p80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BLANK_1_1_1_1_1_1_1_1_1_1_1_1_1_1_1_1">
    <p:bg>
      <p:bgPr>
        <a:solidFill>
          <a:schemeClr val="lt2"/>
        </a:solidFill>
      </p:bgPr>
    </p:bg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1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28" name="Google Shape;1328;p8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29" name="Google Shape;1329;p8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0" name="Google Shape;1330;p8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1" name="Google Shape;1331;p8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2" name="Google Shape;1332;p8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3" name="Google Shape;1333;p8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_2">
    <p:bg>
      <p:bgPr>
        <a:solidFill>
          <a:schemeClr val="lt2"/>
        </a:solidFill>
      </p:bgPr>
    </p:bg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82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6" name="Google Shape;1336;p8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37" name="Google Shape;1337;p8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8" name="Google Shape;1338;p8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9" name="Google Shape;1339;p8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0" name="Google Shape;1340;p8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1" name="Google Shape;1341;p8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2" name="Google Shape;1342;p8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3" name="Google Shape;1343;p82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4" name="Google Shape;1344;p8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BLANK_1_1_1_1_1_1_1_1_1_1_1_1_1_1_1_1_1">
    <p:bg>
      <p:bgPr>
        <a:solidFill>
          <a:schemeClr val="lt2"/>
        </a:solid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83"/>
          <p:cNvSpPr/>
          <p:nvPr>
            <p:ph idx="2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47" name="Google Shape;1347;p83"/>
          <p:cNvSpPr/>
          <p:nvPr>
            <p:ph idx="3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48" name="Google Shape;1348;p8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49" name="Google Shape;1349;p8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0" name="Google Shape;1350;p8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1" name="Google Shape;1351;p8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2" name="Google Shape;1352;p8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3" name="Google Shape;1353;p8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4" name="Google Shape;1354;p83"/>
          <p:cNvSpPr txBox="1"/>
          <p:nvPr>
            <p:ph idx="1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5" name="Google Shape;1355;p83"/>
          <p:cNvSpPr txBox="1"/>
          <p:nvPr>
            <p:ph idx="4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6" name="Google Shape;1356;p83"/>
          <p:cNvSpPr txBox="1"/>
          <p:nvPr>
            <p:ph idx="5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57" name="Google Shape;1357;p83"/>
          <p:cNvSpPr txBox="1"/>
          <p:nvPr>
            <p:ph idx="6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1">
  <p:cSld name="BLANK_1_1_1_1_1_1_1_1_1_1_1_1_1_1_1_1_1_2">
    <p:bg>
      <p:bgPr>
        <a:solidFill>
          <a:schemeClr val="lt2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8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60" name="Google Shape;1360;p84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61" name="Google Shape;1361;p8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62" name="Google Shape;1362;p84"/>
          <p:cNvSpPr/>
          <p:nvPr>
            <p:ph idx="4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63" name="Google Shape;1363;p84"/>
          <p:cNvSpPr/>
          <p:nvPr>
            <p:ph idx="5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64" name="Google Shape;1364;p8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65" name="Google Shape;1365;p8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6" name="Google Shape;1366;p8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7" name="Google Shape;1367;p8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8" name="Google Shape;1368;p8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9" name="Google Shape;1369;p8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0" name="Google Shape;1370;p84"/>
          <p:cNvSpPr txBox="1"/>
          <p:nvPr>
            <p:ph idx="6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71" name="Google Shape;1371;p84"/>
          <p:cNvSpPr txBox="1"/>
          <p:nvPr>
            <p:ph idx="7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72" name="Google Shape;1372;p84"/>
          <p:cNvSpPr txBox="1"/>
          <p:nvPr>
            <p:ph idx="8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73" name="Google Shape;1373;p84"/>
          <p:cNvSpPr txBox="1"/>
          <p:nvPr>
            <p:ph idx="9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solidFill>
          <a:schemeClr val="lt2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85"/>
          <p:cNvSpPr/>
          <p:nvPr>
            <p:ph idx="2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76" name="Google Shape;1376;p85"/>
          <p:cNvSpPr/>
          <p:nvPr>
            <p:ph idx="3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77" name="Google Shape;1377;p85"/>
          <p:cNvSpPr/>
          <p:nvPr>
            <p:ph idx="4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78" name="Google Shape;1378;p8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79" name="Google Shape;1379;p8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0" name="Google Shape;1380;p8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1" name="Google Shape;1381;p8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2" name="Google Shape;1382;p8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3" name="Google Shape;1383;p8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4" name="Google Shape;1384;p85"/>
          <p:cNvSpPr txBox="1"/>
          <p:nvPr>
            <p:ph idx="1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5" name="Google Shape;1385;p85"/>
          <p:cNvSpPr txBox="1"/>
          <p:nvPr>
            <p:ph idx="5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6" name="Google Shape;1386;p85"/>
          <p:cNvSpPr txBox="1"/>
          <p:nvPr>
            <p:ph idx="6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7" name="Google Shape;1387;p85"/>
          <p:cNvSpPr txBox="1"/>
          <p:nvPr>
            <p:ph idx="7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88" name="Google Shape;1388;p85"/>
          <p:cNvSpPr txBox="1"/>
          <p:nvPr>
            <p:ph idx="8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89" name="Google Shape;1389;p85"/>
          <p:cNvSpPr txBox="1"/>
          <p:nvPr>
            <p:ph idx="9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bg>
      <p:bgPr>
        <a:solidFill>
          <a:schemeClr val="lt2"/>
        </a:solidFill>
      </p:bgPr>
    </p:bg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8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2" name="Google Shape;1392;p86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3" name="Google Shape;1393;p8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4" name="Google Shape;1394;p86"/>
          <p:cNvSpPr/>
          <p:nvPr>
            <p:ph idx="4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95" name="Google Shape;1395;p86"/>
          <p:cNvSpPr/>
          <p:nvPr>
            <p:ph idx="5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96" name="Google Shape;1396;p86"/>
          <p:cNvSpPr/>
          <p:nvPr>
            <p:ph idx="6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97" name="Google Shape;1397;p8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98" name="Google Shape;1398;p8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9" name="Google Shape;1399;p8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0" name="Google Shape;1400;p8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1" name="Google Shape;1401;p8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2" name="Google Shape;1402;p8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3" name="Google Shape;1403;p86"/>
          <p:cNvSpPr txBox="1"/>
          <p:nvPr>
            <p:ph idx="7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04" name="Google Shape;1404;p86"/>
          <p:cNvSpPr txBox="1"/>
          <p:nvPr>
            <p:ph idx="8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05" name="Google Shape;1405;p86"/>
          <p:cNvSpPr txBox="1"/>
          <p:nvPr>
            <p:ph idx="9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06" name="Google Shape;1406;p86"/>
          <p:cNvSpPr txBox="1"/>
          <p:nvPr>
            <p:ph idx="13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407" name="Google Shape;1407;p86"/>
          <p:cNvSpPr txBox="1"/>
          <p:nvPr>
            <p:ph idx="14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408" name="Google Shape;1408;p86"/>
          <p:cNvSpPr txBox="1"/>
          <p:nvPr>
            <p:ph idx="15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_1_1_1_1_1_1_1_1_1_1_1_1_1_1_1_1_1_1">
    <p:bg>
      <p:bgPr>
        <a:solidFill>
          <a:schemeClr val="lt2"/>
        </a:solidFill>
      </p:bgPr>
    </p:bg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87"/>
          <p:cNvSpPr/>
          <p:nvPr>
            <p:ph idx="2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11" name="Google Shape;1411;p8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2" name="Google Shape;1412;p8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3" name="Google Shape;1413;p8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4" name="Google Shape;1414;p8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- ALT 1">
  <p:cSld name="BLANK_1_1_1_1_1_1_1_1_1_1_1_1_1_1_1_1_1_1_1_2">
    <p:bg>
      <p:bgPr>
        <a:solidFill>
          <a:schemeClr val="lt2"/>
        </a:solidFill>
      </p:bgPr>
    </p:bg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88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17" name="Google Shape;1417;p88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18" name="Google Shape;1418;p8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19" name="Google Shape;1419;p88"/>
          <p:cNvSpPr/>
          <p:nvPr>
            <p:ph idx="4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20" name="Google Shape;1420;p8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1" name="Google Shape;1421;p8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2" name="Google Shape;1422;p8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3" name="Google Shape;1423;p8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BLANK_1_1_1_1_1_1_1_1_1_1_1_1_1_1_1_1_1_1_1_1">
    <p:bg>
      <p:bgPr>
        <a:solidFill>
          <a:schemeClr val="lt2"/>
        </a:solidFill>
      </p:bgPr>
    </p:bg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89"/>
          <p:cNvSpPr/>
          <p:nvPr>
            <p:ph idx="2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6" name="Google Shape;1426;p89"/>
          <p:cNvSpPr/>
          <p:nvPr>
            <p:ph idx="3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7" name="Google Shape;1427;p89"/>
          <p:cNvSpPr/>
          <p:nvPr>
            <p:ph idx="4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8" name="Google Shape;1428;p89"/>
          <p:cNvSpPr/>
          <p:nvPr>
            <p:ph idx="5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9" name="Google Shape;1429;p89"/>
          <p:cNvSpPr/>
          <p:nvPr>
            <p:ph idx="6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0" name="Google Shape;1430;p89"/>
          <p:cNvSpPr/>
          <p:nvPr>
            <p:ph idx="7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1" name="Google Shape;1431;p89"/>
          <p:cNvSpPr/>
          <p:nvPr>
            <p:ph idx="8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2" name="Google Shape;1432;p89"/>
          <p:cNvSpPr/>
          <p:nvPr>
            <p:ph idx="9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3" name="Google Shape;1433;p89"/>
          <p:cNvSpPr/>
          <p:nvPr>
            <p:ph idx="13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34" name="Google Shape;1434;p8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8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6" name="Google Shape;1436;p8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7" name="Google Shape;1437;p8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8" name="Google Shape;1438;p8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439" name="Google Shape;1439;p8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- ALT 1">
  <p:cSld name="BLANK_1_1_1_1_1_1_1_1_1_1_1_1_1_1_1_1_1_1_1_1_1">
    <p:bg>
      <p:bgPr>
        <a:solidFill>
          <a:schemeClr val="lt2"/>
        </a:solidFill>
      </p:bgPr>
    </p:bg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90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42" name="Google Shape;1442;p90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43" name="Google Shape;1443;p90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44" name="Google Shape;1444;p90"/>
          <p:cNvSpPr/>
          <p:nvPr>
            <p:ph idx="4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5" name="Google Shape;1445;p90"/>
          <p:cNvSpPr/>
          <p:nvPr>
            <p:ph idx="5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6" name="Google Shape;1446;p90"/>
          <p:cNvSpPr/>
          <p:nvPr>
            <p:ph idx="6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7" name="Google Shape;1447;p90"/>
          <p:cNvSpPr/>
          <p:nvPr>
            <p:ph idx="7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8" name="Google Shape;1448;p90"/>
          <p:cNvSpPr/>
          <p:nvPr>
            <p:ph idx="8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9" name="Google Shape;1449;p90"/>
          <p:cNvSpPr/>
          <p:nvPr>
            <p:ph idx="9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0" name="Google Shape;1450;p90"/>
          <p:cNvSpPr/>
          <p:nvPr>
            <p:ph idx="13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1" name="Google Shape;1451;p90"/>
          <p:cNvSpPr/>
          <p:nvPr>
            <p:ph idx="14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2" name="Google Shape;1452;p90"/>
          <p:cNvSpPr/>
          <p:nvPr>
            <p:ph idx="15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53" name="Google Shape;1453;p9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4" name="Google Shape;1454;p9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5" name="Google Shape;1455;p9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6" name="Google Shape;1456;p9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7" name="Google Shape;1457;p9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458" name="Google Shape;1458;p9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9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61" name="Google Shape;1461;p9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9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64" name="Google Shape;1464;p9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65" name="Google Shape;1465;p9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80" Type="http://schemas.openxmlformats.org/officeDocument/2006/relationships/slideLayout" Target="../slideLayouts/slideLayout91.xml"/><Relationship Id="rId81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73" Type="http://schemas.openxmlformats.org/officeDocument/2006/relationships/slideLayout" Target="../slideLayouts/slideLayout84.xml"/><Relationship Id="rId72" Type="http://schemas.openxmlformats.org/officeDocument/2006/relationships/slideLayout" Target="../slideLayouts/slideLayout83.xml"/><Relationship Id="rId31" Type="http://schemas.openxmlformats.org/officeDocument/2006/relationships/slideLayout" Target="../slideLayouts/slideLayout42.xml"/><Relationship Id="rId75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41.xml"/><Relationship Id="rId74" Type="http://schemas.openxmlformats.org/officeDocument/2006/relationships/slideLayout" Target="../slideLayouts/slideLayout85.xml"/><Relationship Id="rId33" Type="http://schemas.openxmlformats.org/officeDocument/2006/relationships/slideLayout" Target="../slideLayouts/slideLayout44.xml"/><Relationship Id="rId77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43.xml"/><Relationship Id="rId76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46.xml"/><Relationship Id="rId79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45.xml"/><Relationship Id="rId78" Type="http://schemas.openxmlformats.org/officeDocument/2006/relationships/slideLayout" Target="../slideLayouts/slideLayout89.xml"/><Relationship Id="rId71" Type="http://schemas.openxmlformats.org/officeDocument/2006/relationships/slideLayout" Target="../slideLayouts/slideLayout82.xml"/><Relationship Id="rId70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62" Type="http://schemas.openxmlformats.org/officeDocument/2006/relationships/slideLayout" Target="../slideLayouts/slideLayout73.xml"/><Relationship Id="rId61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31.xml"/><Relationship Id="rId64" Type="http://schemas.openxmlformats.org/officeDocument/2006/relationships/slideLayout" Target="../slideLayouts/slideLayout75.xml"/><Relationship Id="rId63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33.xml"/><Relationship Id="rId66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32.xml"/><Relationship Id="rId65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35.xml"/><Relationship Id="rId68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34.xml"/><Relationship Id="rId67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69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5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23.xml"/><Relationship Id="rId5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26.xml"/><Relationship Id="rId5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25.xml"/><Relationship Id="rId58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  <p:sldLayoutId id="2147483718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  <p:sldLayoutId id="2147483730" r:id="rId72"/>
    <p:sldLayoutId id="2147483731" r:id="rId73"/>
    <p:sldLayoutId id="2147483732" r:id="rId74"/>
    <p:sldLayoutId id="2147483733" r:id="rId75"/>
    <p:sldLayoutId id="2147483734" r:id="rId76"/>
    <p:sldLayoutId id="2147483735" r:id="rId77"/>
    <p:sldLayoutId id="2147483736" r:id="rId78"/>
    <p:sldLayoutId id="2147483737" r:id="rId79"/>
    <p:sldLayoutId id="2147483738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gif"/><Relationship Id="rId4" Type="http://schemas.openxmlformats.org/officeDocument/2006/relationships/image" Target="../media/image7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94"/>
          <p:cNvSpPr txBox="1"/>
          <p:nvPr>
            <p:ph type="title"/>
          </p:nvPr>
        </p:nvSpPr>
        <p:spPr>
          <a:xfrm>
            <a:off x="518400" y="703575"/>
            <a:ext cx="86223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5030"/>
              <a:t>A Review of Interaction Techniques for Immersive Environments </a:t>
            </a:r>
            <a:endParaRPr sz="5030"/>
          </a:p>
        </p:txBody>
      </p:sp>
      <p:sp>
        <p:nvSpPr>
          <p:cNvPr id="1472" name="Google Shape;1472;p94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75"/>
              <a:buNone/>
            </a:pPr>
            <a:r>
              <a:rPr lang="en" sz="875"/>
              <a:t>Teresa Martínez Muñoz</a:t>
            </a:r>
            <a:endParaRPr sz="875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75"/>
              <a:buNone/>
            </a:pPr>
            <a:r>
              <a:rPr lang="en" sz="875"/>
              <a:t>Jaime Moreno Castellanos</a:t>
            </a:r>
            <a:endParaRPr sz="875"/>
          </a:p>
        </p:txBody>
      </p:sp>
      <p:sp>
        <p:nvSpPr>
          <p:cNvPr id="1473" name="Google Shape;1473;p94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Becky Spittle, Maite Frutos-Pascual, Chris Creed and Ian Williams </a:t>
            </a:r>
            <a:endParaRPr/>
          </a:p>
        </p:txBody>
      </p:sp>
      <p:sp>
        <p:nvSpPr>
          <p:cNvPr id="1474" name="Google Shape;1474;p94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Information Visualization</a:t>
            </a:r>
            <a:endParaRPr/>
          </a:p>
        </p:txBody>
      </p:sp>
      <p:sp>
        <p:nvSpPr>
          <p:cNvPr id="1475" name="Google Shape;1475;p94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Autumn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0" name="Google Shape;1480;p9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1" name="Google Shape;1481;p9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2" name="Google Shape;1482;p95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3" name="Google Shape;1483;p9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4" name="Google Shape;1484;p95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Autumn 2026</a:t>
            </a:r>
            <a:endParaRPr/>
          </a:p>
        </p:txBody>
      </p:sp>
      <p:sp>
        <p:nvSpPr>
          <p:cNvPr id="1485" name="Google Shape;1485;p95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Information Visualization</a:t>
            </a:r>
            <a:endParaRPr/>
          </a:p>
        </p:txBody>
      </p:sp>
      <p:cxnSp>
        <p:nvCxnSpPr>
          <p:cNvPr id="1486" name="Google Shape;1486;p95"/>
          <p:cNvCxnSpPr/>
          <p:nvPr/>
        </p:nvCxnSpPr>
        <p:spPr>
          <a:xfrm rot="10800000">
            <a:off x="1042099" y="2061075"/>
            <a:ext cx="3977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7" name="Google Shape;1487;p95"/>
          <p:cNvCxnSpPr/>
          <p:nvPr/>
        </p:nvCxnSpPr>
        <p:spPr>
          <a:xfrm>
            <a:off x="5019250" y="1225675"/>
            <a:ext cx="0" cy="3917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8" name="Google Shape;1488;p95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Introduction</a:t>
            </a:r>
            <a:endParaRPr sz="2300"/>
          </a:p>
        </p:txBody>
      </p:sp>
      <p:cxnSp>
        <p:nvCxnSpPr>
          <p:cNvPr id="1489" name="Google Shape;1489;p95"/>
          <p:cNvCxnSpPr/>
          <p:nvPr/>
        </p:nvCxnSpPr>
        <p:spPr>
          <a:xfrm rot="10800000">
            <a:off x="5019200" y="2061076"/>
            <a:ext cx="4125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0" name="Google Shape;1490;p95"/>
          <p:cNvSpPr txBox="1"/>
          <p:nvPr/>
        </p:nvSpPr>
        <p:spPr>
          <a:xfrm>
            <a:off x="1147150" y="1570975"/>
            <a:ext cx="324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Augmented </a:t>
            </a:r>
            <a:r>
              <a:rPr lang="en" sz="18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Reality (AR)</a:t>
            </a:r>
            <a:endParaRPr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1" name="Google Shape;1491;p95"/>
          <p:cNvSpPr txBox="1"/>
          <p:nvPr/>
        </p:nvSpPr>
        <p:spPr>
          <a:xfrm>
            <a:off x="5088625" y="1570975"/>
            <a:ext cx="324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Virtual </a:t>
            </a:r>
            <a:r>
              <a:rPr lang="en" sz="18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Reality (VR)</a:t>
            </a:r>
            <a:endParaRPr sz="1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92" name="Google Shape;1492;p95" title="GIF by Product Hun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3425" y="2231475"/>
            <a:ext cx="2674492" cy="280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3" name="Google Shape;1493;p95" title="Virtual Reality Liverpool GIF by VR Here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8250" y="2456100"/>
            <a:ext cx="3587150" cy="222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8" name="Google Shape;1498;p9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9" name="Google Shape;1499;p9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0" name="Google Shape;1500;p96"/>
          <p:cNvCxnSpPr/>
          <p:nvPr/>
        </p:nvCxnSpPr>
        <p:spPr>
          <a:xfrm>
            <a:off x="521250" y="138945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1" name="Google Shape;1501;p96"/>
          <p:cNvCxnSpPr/>
          <p:nvPr/>
        </p:nvCxnSpPr>
        <p:spPr>
          <a:xfrm flipH="1">
            <a:off x="4570650" y="1389450"/>
            <a:ext cx="2700" cy="3767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2" name="Google Shape;1502;p96"/>
          <p:cNvSpPr txBox="1"/>
          <p:nvPr>
            <p:ph idx="20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Information Visualization</a:t>
            </a:r>
            <a:endParaRPr/>
          </a:p>
        </p:txBody>
      </p:sp>
      <p:sp>
        <p:nvSpPr>
          <p:cNvPr id="1503" name="Google Shape;1503;p96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Autumn 2026</a:t>
            </a:r>
            <a:endParaRPr/>
          </a:p>
        </p:txBody>
      </p:sp>
      <p:sp>
        <p:nvSpPr>
          <p:cNvPr id="1504" name="Google Shape;1504;p96"/>
          <p:cNvSpPr txBox="1"/>
          <p:nvPr>
            <p:ph type="title"/>
          </p:nvPr>
        </p:nvSpPr>
        <p:spPr>
          <a:xfrm flipH="1">
            <a:off x="522750" y="377775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2. Method</a:t>
            </a:r>
            <a:endParaRPr sz="2300"/>
          </a:p>
        </p:txBody>
      </p:sp>
      <p:sp>
        <p:nvSpPr>
          <p:cNvPr id="1505" name="Google Shape;1505;p96"/>
          <p:cNvSpPr txBox="1"/>
          <p:nvPr>
            <p:ph idx="9" type="subTitle"/>
          </p:nvPr>
        </p:nvSpPr>
        <p:spPr>
          <a:xfrm>
            <a:off x="518725" y="1576950"/>
            <a:ext cx="20793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DISPLAY</a:t>
            </a:r>
            <a:endParaRPr/>
          </a:p>
        </p:txBody>
      </p:sp>
      <p:sp>
        <p:nvSpPr>
          <p:cNvPr id="1506" name="Google Shape;1506;p96"/>
          <p:cNvSpPr txBox="1"/>
          <p:nvPr>
            <p:ph idx="15" type="subTitle"/>
          </p:nvPr>
        </p:nvSpPr>
        <p:spPr>
          <a:xfrm>
            <a:off x="4717454" y="1576950"/>
            <a:ext cx="20850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1507" name="Google Shape;1507;p96"/>
          <p:cNvSpPr txBox="1"/>
          <p:nvPr>
            <p:ph idx="9" type="subTitle"/>
          </p:nvPr>
        </p:nvSpPr>
        <p:spPr>
          <a:xfrm>
            <a:off x="645975" y="930613"/>
            <a:ext cx="7947300" cy="369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182 candidate papers (2013–2020) -&gt; 68 Final Studies (ACM, IEEE, Springer, Elsevier) </a:t>
            </a:r>
            <a:endParaRPr sz="1200"/>
          </a:p>
        </p:txBody>
      </p:sp>
      <p:pic>
        <p:nvPicPr>
          <p:cNvPr id="1508" name="Google Shape;1508;p96"/>
          <p:cNvPicPr preferRelativeResize="0"/>
          <p:nvPr/>
        </p:nvPicPr>
        <p:blipFill rotWithShape="1">
          <a:blip r:embed="rId3">
            <a:alphaModFix/>
          </a:blip>
          <a:srcRect b="30444" l="25429" r="32273" t="16146"/>
          <a:stretch/>
        </p:blipFill>
        <p:spPr>
          <a:xfrm>
            <a:off x="673276" y="3293675"/>
            <a:ext cx="2481096" cy="17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9" name="Google Shape;1509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3912" y="1478975"/>
            <a:ext cx="2550425" cy="17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96"/>
          <p:cNvSpPr txBox="1"/>
          <p:nvPr/>
        </p:nvSpPr>
        <p:spPr>
          <a:xfrm>
            <a:off x="4995975" y="1918350"/>
            <a:ext cx="4009800" cy="203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Freehand 🤚</a:t>
            </a:r>
            <a:endParaRPr baseline="-25000"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Head👤</a:t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Speech</a:t>
            </a: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🗣️</a:t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Hardware🎮</a:t>
            </a:r>
            <a:endParaRPr sz="1200">
              <a:solidFill>
                <a:schemeClr val="accent2"/>
              </a:solidFill>
              <a:highlight>
                <a:schemeClr val="accent3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5" name="Google Shape;1515;p9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6" name="Google Shape;1516;p9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7" name="Google Shape;1517;p97"/>
          <p:cNvCxnSpPr/>
          <p:nvPr/>
        </p:nvCxnSpPr>
        <p:spPr>
          <a:xfrm>
            <a:off x="521250" y="138945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8" name="Google Shape;1518;p97"/>
          <p:cNvCxnSpPr/>
          <p:nvPr/>
        </p:nvCxnSpPr>
        <p:spPr>
          <a:xfrm flipH="1">
            <a:off x="3153025" y="1389450"/>
            <a:ext cx="2700" cy="3767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9" name="Google Shape;1519;p97"/>
          <p:cNvSpPr txBox="1"/>
          <p:nvPr>
            <p:ph idx="20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Information Visualization</a:t>
            </a:r>
            <a:endParaRPr/>
          </a:p>
        </p:txBody>
      </p:sp>
      <p:sp>
        <p:nvSpPr>
          <p:cNvPr id="1520" name="Google Shape;1520;p97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Autumn 2026</a:t>
            </a:r>
            <a:endParaRPr/>
          </a:p>
        </p:txBody>
      </p:sp>
      <p:sp>
        <p:nvSpPr>
          <p:cNvPr id="1521" name="Google Shape;1521;p97"/>
          <p:cNvSpPr txBox="1"/>
          <p:nvPr>
            <p:ph type="title"/>
          </p:nvPr>
        </p:nvSpPr>
        <p:spPr>
          <a:xfrm flipH="1">
            <a:off x="522750" y="377775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Method</a:t>
            </a:r>
            <a:endParaRPr/>
          </a:p>
        </p:txBody>
      </p:sp>
      <p:sp>
        <p:nvSpPr>
          <p:cNvPr id="1522" name="Google Shape;1522;p97"/>
          <p:cNvSpPr txBox="1"/>
          <p:nvPr>
            <p:ph idx="4" type="subTitle"/>
          </p:nvPr>
        </p:nvSpPr>
        <p:spPr>
          <a:xfrm>
            <a:off x="6080133" y="1478963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523" name="Google Shape;1523;p97"/>
          <p:cNvSpPr txBox="1"/>
          <p:nvPr>
            <p:ph idx="9" type="subTitle"/>
          </p:nvPr>
        </p:nvSpPr>
        <p:spPr>
          <a:xfrm>
            <a:off x="645975" y="930613"/>
            <a:ext cx="7947300" cy="369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182 candidate papers (2013–2020) -&gt; 68 Final Studies (ACM, IEEE, Springer, Elsevier) </a:t>
            </a:r>
            <a:endParaRPr sz="1200"/>
          </a:p>
        </p:txBody>
      </p:sp>
      <p:sp>
        <p:nvSpPr>
          <p:cNvPr id="1524" name="Google Shape;1524;p97"/>
          <p:cNvSpPr txBox="1"/>
          <p:nvPr>
            <p:ph idx="15" type="subTitle"/>
          </p:nvPr>
        </p:nvSpPr>
        <p:spPr>
          <a:xfrm>
            <a:off x="579429" y="1478975"/>
            <a:ext cx="20850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TASKS EVALUATED</a:t>
            </a:r>
            <a:endParaRPr/>
          </a:p>
        </p:txBody>
      </p:sp>
      <p:sp>
        <p:nvSpPr>
          <p:cNvPr id="1525" name="Google Shape;1525;p97"/>
          <p:cNvSpPr txBox="1"/>
          <p:nvPr>
            <p:ph idx="15" type="subTitle"/>
          </p:nvPr>
        </p:nvSpPr>
        <p:spPr>
          <a:xfrm>
            <a:off x="3286704" y="1478975"/>
            <a:ext cx="20850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STUDY TYPES</a:t>
            </a:r>
            <a:endParaRPr/>
          </a:p>
        </p:txBody>
      </p:sp>
      <p:cxnSp>
        <p:nvCxnSpPr>
          <p:cNvPr id="1526" name="Google Shape;1526;p97"/>
          <p:cNvCxnSpPr/>
          <p:nvPr/>
        </p:nvCxnSpPr>
        <p:spPr>
          <a:xfrm flipH="1">
            <a:off x="5907000" y="1389450"/>
            <a:ext cx="2700" cy="3767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7" name="Google Shape;1527;p97"/>
          <p:cNvSpPr txBox="1"/>
          <p:nvPr/>
        </p:nvSpPr>
        <p:spPr>
          <a:xfrm>
            <a:off x="867538" y="1811925"/>
            <a:ext cx="1939200" cy="277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Pointing</a:t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Selection</a:t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Translation</a:t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Rotation</a:t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Scaling</a:t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Viewport</a:t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Menus</a:t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8" name="Google Shape;1528;p97"/>
          <p:cNvSpPr txBox="1"/>
          <p:nvPr/>
        </p:nvSpPr>
        <p:spPr>
          <a:xfrm>
            <a:off x="3502000" y="1811925"/>
            <a:ext cx="1939200" cy="1293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Assessment</a:t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Comparison</a:t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Elicitation</a:t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9" name="Google Shape;1529;p97"/>
          <p:cNvSpPr txBox="1"/>
          <p:nvPr/>
        </p:nvSpPr>
        <p:spPr>
          <a:xfrm>
            <a:off x="6379350" y="1902250"/>
            <a:ext cx="2163300" cy="92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Lab / Wild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-"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Static / In-motion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9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Information Visualization</a:t>
            </a:r>
            <a:endParaRPr/>
          </a:p>
        </p:txBody>
      </p:sp>
      <p:sp>
        <p:nvSpPr>
          <p:cNvPr id="1535" name="Google Shape;1535;p98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Autumn 2026</a:t>
            </a:r>
            <a:endParaRPr/>
          </a:p>
        </p:txBody>
      </p:sp>
      <p:sp>
        <p:nvSpPr>
          <p:cNvPr id="1536" name="Google Shape;1536;p98"/>
          <p:cNvSpPr txBox="1"/>
          <p:nvPr>
            <p:ph idx="7" type="title"/>
          </p:nvPr>
        </p:nvSpPr>
        <p:spPr>
          <a:xfrm flipH="1">
            <a:off x="1042100" y="334900"/>
            <a:ext cx="2342100" cy="4263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91304"/>
              <a:buNone/>
            </a:pPr>
            <a:r>
              <a:rPr lang="en" sz="2300"/>
              <a:t>3. Data analysis</a:t>
            </a:r>
            <a:endParaRPr sz="2300"/>
          </a:p>
        </p:txBody>
      </p:sp>
      <p:cxnSp>
        <p:nvCxnSpPr>
          <p:cNvPr id="1537" name="Google Shape;1537;p9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8" name="Google Shape;1538;p9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9" name="Google Shape;1539;p98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0" name="Google Shape;1540;p9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1" name="Google Shape;1541;p9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42" name="Google Shape;154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425" y="1000550"/>
            <a:ext cx="6400800" cy="365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9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Information Visualization</a:t>
            </a:r>
            <a:endParaRPr/>
          </a:p>
        </p:txBody>
      </p:sp>
      <p:sp>
        <p:nvSpPr>
          <p:cNvPr id="1548" name="Google Shape;1548;p99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Autumn 2026</a:t>
            </a:r>
            <a:endParaRPr/>
          </a:p>
        </p:txBody>
      </p:sp>
      <p:sp>
        <p:nvSpPr>
          <p:cNvPr id="1549" name="Google Shape;1549;p99"/>
          <p:cNvSpPr txBox="1"/>
          <p:nvPr>
            <p:ph idx="7" type="title"/>
          </p:nvPr>
        </p:nvSpPr>
        <p:spPr>
          <a:xfrm flipH="1">
            <a:off x="1042100" y="334900"/>
            <a:ext cx="2342100" cy="4263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91304"/>
              <a:buNone/>
            </a:pPr>
            <a:r>
              <a:rPr lang="en" sz="2300"/>
              <a:t>3. Data analysis</a:t>
            </a:r>
            <a:endParaRPr sz="2300"/>
          </a:p>
        </p:txBody>
      </p:sp>
      <p:cxnSp>
        <p:nvCxnSpPr>
          <p:cNvPr id="1550" name="Google Shape;1550;p9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1" name="Google Shape;1551;p9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2" name="Google Shape;1552;p99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3" name="Google Shape;1553;p9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4" name="Google Shape;1554;p9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55" name="Google Shape;155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904" y="996696"/>
            <a:ext cx="6400801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10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Information Visualization</a:t>
            </a:r>
            <a:endParaRPr/>
          </a:p>
        </p:txBody>
      </p:sp>
      <p:sp>
        <p:nvSpPr>
          <p:cNvPr id="1561" name="Google Shape;1561;p100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Autumn 2026</a:t>
            </a:r>
            <a:endParaRPr/>
          </a:p>
        </p:txBody>
      </p:sp>
      <p:sp>
        <p:nvSpPr>
          <p:cNvPr id="1562" name="Google Shape;1562;p100"/>
          <p:cNvSpPr txBox="1"/>
          <p:nvPr>
            <p:ph idx="7" type="title"/>
          </p:nvPr>
        </p:nvSpPr>
        <p:spPr>
          <a:xfrm flipH="1">
            <a:off x="1042100" y="334900"/>
            <a:ext cx="2342100" cy="4263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91304"/>
              <a:buNone/>
            </a:pPr>
            <a:r>
              <a:rPr lang="en" sz="2300"/>
              <a:t>3. Data analysis</a:t>
            </a:r>
            <a:endParaRPr sz="2300"/>
          </a:p>
        </p:txBody>
      </p:sp>
      <p:cxnSp>
        <p:nvCxnSpPr>
          <p:cNvPr id="1563" name="Google Shape;1563;p10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4" name="Google Shape;1564;p10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5" name="Google Shape;1565;p100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6" name="Google Shape;1566;p10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7" name="Google Shape;1567;p10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68" name="Google Shape;156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904" y="996696"/>
            <a:ext cx="6400801" cy="365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3" name="Google Shape;1573;p10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4" name="Google Shape;1574;p10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5" name="Google Shape;1575;p101"/>
          <p:cNvSpPr/>
          <p:nvPr/>
        </p:nvSpPr>
        <p:spPr>
          <a:xfrm>
            <a:off x="525375" y="3372875"/>
            <a:ext cx="8098500" cy="635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576" name="Google Shape;1576;p10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7" name="Google Shape;1577;p101"/>
          <p:cNvCxnSpPr/>
          <p:nvPr/>
        </p:nvCxnSpPr>
        <p:spPr>
          <a:xfrm rot="10800000">
            <a:off x="520900" y="2107925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8" name="Google Shape;1578;p101"/>
          <p:cNvCxnSpPr/>
          <p:nvPr/>
        </p:nvCxnSpPr>
        <p:spPr>
          <a:xfrm rot="10800000">
            <a:off x="520900" y="1474800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9" name="Google Shape;1579;p101"/>
          <p:cNvCxnSpPr/>
          <p:nvPr/>
        </p:nvCxnSpPr>
        <p:spPr>
          <a:xfrm rot="10800000">
            <a:off x="520900" y="2741050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0" name="Google Shape;1580;p101"/>
          <p:cNvCxnSpPr/>
          <p:nvPr/>
        </p:nvCxnSpPr>
        <p:spPr>
          <a:xfrm rot="10800000">
            <a:off x="519675" y="4616750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1" name="Google Shape;1581;p101"/>
          <p:cNvCxnSpPr/>
          <p:nvPr/>
        </p:nvCxnSpPr>
        <p:spPr>
          <a:xfrm rot="10800000">
            <a:off x="520900" y="3374200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2" name="Google Shape;1582;p101"/>
          <p:cNvCxnSpPr/>
          <p:nvPr/>
        </p:nvCxnSpPr>
        <p:spPr>
          <a:xfrm rot="10800000">
            <a:off x="520900" y="4007325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3" name="Google Shape;1583;p101"/>
          <p:cNvCxnSpPr/>
          <p:nvPr/>
        </p:nvCxnSpPr>
        <p:spPr>
          <a:xfrm>
            <a:off x="8622700" y="334925"/>
            <a:ext cx="0" cy="4814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4" name="Google Shape;1584;p101"/>
          <p:cNvSpPr txBox="1"/>
          <p:nvPr>
            <p:ph idx="33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300"/>
              <a:t>General Findings &amp; Conclusions</a:t>
            </a:r>
            <a:endParaRPr sz="2300"/>
          </a:p>
        </p:txBody>
      </p:sp>
      <p:sp>
        <p:nvSpPr>
          <p:cNvPr id="1585" name="Google Shape;1585;p101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Information Visualization</a:t>
            </a:r>
            <a:endParaRPr/>
          </a:p>
        </p:txBody>
      </p:sp>
      <p:sp>
        <p:nvSpPr>
          <p:cNvPr id="1586" name="Google Shape;1586;p101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000"/>
              <a:t>Autumn 2026</a:t>
            </a:r>
            <a:endParaRPr sz="1000"/>
          </a:p>
        </p:txBody>
      </p:sp>
      <p:sp>
        <p:nvSpPr>
          <p:cNvPr id="1587" name="Google Shape;1587;p101"/>
          <p:cNvSpPr txBox="1"/>
          <p:nvPr>
            <p:ph idx="19" type="title"/>
          </p:nvPr>
        </p:nvSpPr>
        <p:spPr>
          <a:xfrm>
            <a:off x="522050" y="3375525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Multimodal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8" name="Google Shape;1588;p101"/>
          <p:cNvSpPr txBox="1"/>
          <p:nvPr>
            <p:ph type="title"/>
          </p:nvPr>
        </p:nvSpPr>
        <p:spPr>
          <a:xfrm>
            <a:off x="4675375" y="337597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36/68</a:t>
            </a:r>
            <a:endParaRPr/>
          </a:p>
        </p:txBody>
      </p:sp>
      <p:sp>
        <p:nvSpPr>
          <p:cNvPr id="1589" name="Google Shape;1589;p101"/>
          <p:cNvSpPr txBox="1"/>
          <p:nvPr>
            <p:ph idx="32" type="title"/>
          </p:nvPr>
        </p:nvSpPr>
        <p:spPr>
          <a:xfrm>
            <a:off x="5731300" y="3374175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Combines 2+ input types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0" name="Google Shape;1590;p101"/>
          <p:cNvSpPr txBox="1"/>
          <p:nvPr>
            <p:ph idx="20" type="title"/>
          </p:nvPr>
        </p:nvSpPr>
        <p:spPr>
          <a:xfrm>
            <a:off x="21831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Pro </a:t>
            </a:r>
            <a:endParaRPr/>
          </a:p>
        </p:txBody>
      </p:sp>
      <p:sp>
        <p:nvSpPr>
          <p:cNvPr id="1591" name="Google Shape;1591;p101"/>
          <p:cNvSpPr txBox="1"/>
          <p:nvPr>
            <p:ph idx="21" type="title"/>
          </p:nvPr>
        </p:nvSpPr>
        <p:spPr>
          <a:xfrm>
            <a:off x="34292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Con</a:t>
            </a:r>
            <a:endParaRPr/>
          </a:p>
        </p:txBody>
      </p:sp>
      <p:sp>
        <p:nvSpPr>
          <p:cNvPr id="1592" name="Google Shape;1592;p101"/>
          <p:cNvSpPr txBox="1"/>
          <p:nvPr>
            <p:ph idx="22" type="title"/>
          </p:nvPr>
        </p:nvSpPr>
        <p:spPr>
          <a:xfrm>
            <a:off x="522150" y="1476925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Freehand</a:t>
            </a:r>
            <a:endParaRPr/>
          </a:p>
        </p:txBody>
      </p:sp>
      <p:sp>
        <p:nvSpPr>
          <p:cNvPr id="1593" name="Google Shape;1593;p101"/>
          <p:cNvSpPr txBox="1"/>
          <p:nvPr>
            <p:ph idx="23" type="title"/>
          </p:nvPr>
        </p:nvSpPr>
        <p:spPr>
          <a:xfrm>
            <a:off x="522075" y="210856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Speech </a:t>
            </a:r>
            <a:endParaRPr/>
          </a:p>
        </p:txBody>
      </p:sp>
      <p:sp>
        <p:nvSpPr>
          <p:cNvPr id="1594" name="Google Shape;1594;p101"/>
          <p:cNvSpPr txBox="1"/>
          <p:nvPr>
            <p:ph idx="24" type="title"/>
          </p:nvPr>
        </p:nvSpPr>
        <p:spPr>
          <a:xfrm>
            <a:off x="522075" y="27404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Head-Based </a:t>
            </a:r>
            <a:endParaRPr/>
          </a:p>
        </p:txBody>
      </p:sp>
      <p:sp>
        <p:nvSpPr>
          <p:cNvPr id="1595" name="Google Shape;1595;p101"/>
          <p:cNvSpPr txBox="1"/>
          <p:nvPr>
            <p:ph idx="25" type="title"/>
          </p:nvPr>
        </p:nvSpPr>
        <p:spPr>
          <a:xfrm>
            <a:off x="522075" y="4005674"/>
            <a:ext cx="1661100" cy="609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Hardware</a:t>
            </a:r>
            <a:endParaRPr/>
          </a:p>
        </p:txBody>
      </p:sp>
      <p:sp>
        <p:nvSpPr>
          <p:cNvPr id="1596" name="Google Shape;1596;p101"/>
          <p:cNvSpPr txBox="1"/>
          <p:nvPr>
            <p:ph idx="14" type="title"/>
          </p:nvPr>
        </p:nvSpPr>
        <p:spPr>
          <a:xfrm>
            <a:off x="21841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Intuitive</a:t>
            </a:r>
            <a:endParaRPr/>
          </a:p>
        </p:txBody>
      </p:sp>
      <p:sp>
        <p:nvSpPr>
          <p:cNvPr id="1597" name="Google Shape;1597;p101"/>
          <p:cNvSpPr txBox="1"/>
          <p:nvPr>
            <p:ph idx="7" type="title"/>
          </p:nvPr>
        </p:nvSpPr>
        <p:spPr>
          <a:xfrm>
            <a:off x="34292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Gorilla arm</a:t>
            </a:r>
            <a:endParaRPr/>
          </a:p>
        </p:txBody>
      </p:sp>
      <p:sp>
        <p:nvSpPr>
          <p:cNvPr id="1598" name="Google Shape;1598;p101"/>
          <p:cNvSpPr txBox="1"/>
          <p:nvPr>
            <p:ph idx="8" type="title"/>
          </p:nvPr>
        </p:nvSpPr>
        <p:spPr>
          <a:xfrm>
            <a:off x="34292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Poor precision </a:t>
            </a:r>
            <a:endParaRPr/>
          </a:p>
        </p:txBody>
      </p:sp>
      <p:sp>
        <p:nvSpPr>
          <p:cNvPr id="1599" name="Google Shape;1599;p101"/>
          <p:cNvSpPr txBox="1"/>
          <p:nvPr>
            <p:ph idx="9" type="title"/>
          </p:nvPr>
        </p:nvSpPr>
        <p:spPr>
          <a:xfrm>
            <a:off x="34292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Learning curve</a:t>
            </a:r>
            <a:endParaRPr/>
          </a:p>
        </p:txBody>
      </p:sp>
      <p:sp>
        <p:nvSpPr>
          <p:cNvPr id="1600" name="Google Shape;1600;p101"/>
          <p:cNvSpPr txBox="1"/>
          <p:nvPr>
            <p:ph idx="2" type="title"/>
          </p:nvPr>
        </p:nvSpPr>
        <p:spPr>
          <a:xfrm>
            <a:off x="3429275" y="3375975"/>
            <a:ext cx="1031100" cy="635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Complexity </a:t>
            </a:r>
            <a:endParaRPr/>
          </a:p>
        </p:txBody>
      </p:sp>
      <p:sp>
        <p:nvSpPr>
          <p:cNvPr id="1601" name="Google Shape;1601;p101"/>
          <p:cNvSpPr txBox="1"/>
          <p:nvPr>
            <p:ph idx="13" type="title"/>
          </p:nvPr>
        </p:nvSpPr>
        <p:spPr>
          <a:xfrm>
            <a:off x="34292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Extra gear</a:t>
            </a:r>
            <a:endParaRPr/>
          </a:p>
        </p:txBody>
      </p:sp>
      <p:sp>
        <p:nvSpPr>
          <p:cNvPr id="1602" name="Google Shape;1602;p101"/>
          <p:cNvSpPr txBox="1"/>
          <p:nvPr>
            <p:ph idx="15" type="title"/>
          </p:nvPr>
        </p:nvSpPr>
        <p:spPr>
          <a:xfrm>
            <a:off x="21841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Great for commands</a:t>
            </a:r>
            <a:endParaRPr/>
          </a:p>
        </p:txBody>
      </p:sp>
      <p:sp>
        <p:nvSpPr>
          <p:cNvPr id="1603" name="Google Shape;1603;p101"/>
          <p:cNvSpPr txBox="1"/>
          <p:nvPr>
            <p:ph idx="16" type="title"/>
          </p:nvPr>
        </p:nvSpPr>
        <p:spPr>
          <a:xfrm>
            <a:off x="21841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Hands-free</a:t>
            </a:r>
            <a:endParaRPr/>
          </a:p>
        </p:txBody>
      </p:sp>
      <p:sp>
        <p:nvSpPr>
          <p:cNvPr id="1604" name="Google Shape;1604;p101"/>
          <p:cNvSpPr txBox="1"/>
          <p:nvPr>
            <p:ph idx="17" type="title"/>
          </p:nvPr>
        </p:nvSpPr>
        <p:spPr>
          <a:xfrm>
            <a:off x="2184175" y="3375975"/>
            <a:ext cx="12999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Improve usability</a:t>
            </a:r>
            <a:endParaRPr/>
          </a:p>
        </p:txBody>
      </p:sp>
      <p:sp>
        <p:nvSpPr>
          <p:cNvPr id="1605" name="Google Shape;1605;p101"/>
          <p:cNvSpPr txBox="1"/>
          <p:nvPr>
            <p:ph idx="18" type="title"/>
          </p:nvPr>
        </p:nvSpPr>
        <p:spPr>
          <a:xfrm>
            <a:off x="21841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Fast, precise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2200">
        <p:fade thruBlk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0" name="Google Shape;1610;p102"/>
          <p:cNvCxnSpPr/>
          <p:nvPr/>
        </p:nvCxnSpPr>
        <p:spPr>
          <a:xfrm>
            <a:off x="2486700" y="1308775"/>
            <a:ext cx="0" cy="3833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1" name="Google Shape;1611;p10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2" name="Google Shape;1612;p102"/>
          <p:cNvCxnSpPr/>
          <p:nvPr/>
        </p:nvCxnSpPr>
        <p:spPr>
          <a:xfrm rot="10800000">
            <a:off x="520875" y="3864556"/>
            <a:ext cx="862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3" name="Google Shape;1613;p102"/>
          <p:cNvCxnSpPr/>
          <p:nvPr/>
        </p:nvCxnSpPr>
        <p:spPr>
          <a:xfrm rot="10800000">
            <a:off x="520875" y="2595788"/>
            <a:ext cx="862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4" name="Google Shape;1614;p102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000"/>
              <a:t>Autumn 2026</a:t>
            </a:r>
            <a:endParaRPr sz="1000"/>
          </a:p>
        </p:txBody>
      </p:sp>
      <p:sp>
        <p:nvSpPr>
          <p:cNvPr id="1615" name="Google Shape;1615;p102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Information Visualization</a:t>
            </a:r>
            <a:endParaRPr/>
          </a:p>
        </p:txBody>
      </p:sp>
      <p:sp>
        <p:nvSpPr>
          <p:cNvPr id="1616" name="Google Shape;1616;p102"/>
          <p:cNvSpPr txBox="1"/>
          <p:nvPr>
            <p:ph idx="1" type="body"/>
          </p:nvPr>
        </p:nvSpPr>
        <p:spPr>
          <a:xfrm>
            <a:off x="2486825" y="1307300"/>
            <a:ext cx="3181200" cy="128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SzPts val="1000"/>
              <a:buNone/>
            </a:pPr>
            <a:r>
              <a:rPr lang="en"/>
              <a:t>Lab -&gt; Real-world </a:t>
            </a:r>
            <a:endParaRPr/>
          </a:p>
        </p:txBody>
      </p:sp>
      <p:sp>
        <p:nvSpPr>
          <p:cNvPr id="1617" name="Google Shape;1617;p102"/>
          <p:cNvSpPr txBox="1"/>
          <p:nvPr>
            <p:ph idx="7" type="body"/>
          </p:nvPr>
        </p:nvSpPr>
        <p:spPr>
          <a:xfrm>
            <a:off x="2486700" y="3871175"/>
            <a:ext cx="3181200" cy="12792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SzPts val="1000"/>
              <a:buNone/>
            </a:pPr>
            <a:r>
              <a:rPr lang="en"/>
              <a:t>2D ≠ 3D space</a:t>
            </a:r>
            <a:endParaRPr/>
          </a:p>
        </p:txBody>
      </p:sp>
      <p:sp>
        <p:nvSpPr>
          <p:cNvPr id="1618" name="Google Shape;1618;p102"/>
          <p:cNvSpPr txBox="1"/>
          <p:nvPr>
            <p:ph idx="8" type="body"/>
          </p:nvPr>
        </p:nvSpPr>
        <p:spPr>
          <a:xfrm>
            <a:off x="2486700" y="2595788"/>
            <a:ext cx="3181200" cy="1268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SzPts val="1000"/>
              <a:buNone/>
            </a:pPr>
            <a:r>
              <a:rPr lang="en"/>
              <a:t> Age, gender, culture </a:t>
            </a:r>
            <a:endParaRPr/>
          </a:p>
        </p:txBody>
      </p:sp>
      <p:sp>
        <p:nvSpPr>
          <p:cNvPr id="1619" name="Google Shape;1619;p102"/>
          <p:cNvSpPr txBox="1"/>
          <p:nvPr>
            <p:ph idx="15" type="title"/>
          </p:nvPr>
        </p:nvSpPr>
        <p:spPr>
          <a:xfrm flipH="1">
            <a:off x="521275" y="347825"/>
            <a:ext cx="6252600" cy="9726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300"/>
              <a:t>Recommendations</a:t>
            </a:r>
            <a:endParaRPr sz="2300"/>
          </a:p>
        </p:txBody>
      </p:sp>
      <p:sp>
        <p:nvSpPr>
          <p:cNvPr id="1620" name="Google Shape;1620;p102"/>
          <p:cNvSpPr txBox="1"/>
          <p:nvPr>
            <p:ph idx="16" type="title"/>
          </p:nvPr>
        </p:nvSpPr>
        <p:spPr>
          <a:xfrm>
            <a:off x="521275" y="1333325"/>
            <a:ext cx="1965300" cy="12687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000"/>
              <a:t>Leave the lab</a:t>
            </a:r>
            <a:endParaRPr sz="1000"/>
          </a:p>
        </p:txBody>
      </p:sp>
      <p:sp>
        <p:nvSpPr>
          <p:cNvPr id="1621" name="Google Shape;1621;p102"/>
          <p:cNvSpPr txBox="1"/>
          <p:nvPr>
            <p:ph idx="17" type="title"/>
          </p:nvPr>
        </p:nvSpPr>
        <p:spPr>
          <a:xfrm>
            <a:off x="521275" y="2593600"/>
            <a:ext cx="1965300" cy="12687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000"/>
              <a:t>Diverse</a:t>
            </a:r>
            <a:r>
              <a:rPr lang="en" sz="1000"/>
              <a:t> d</a:t>
            </a:r>
            <a:r>
              <a:rPr lang="en" sz="1000"/>
              <a:t>emographics</a:t>
            </a:r>
            <a:r>
              <a:rPr lang="en"/>
              <a:t> </a:t>
            </a:r>
            <a:endParaRPr/>
          </a:p>
        </p:txBody>
      </p:sp>
      <p:sp>
        <p:nvSpPr>
          <p:cNvPr id="1622" name="Google Shape;1622;p102"/>
          <p:cNvSpPr txBox="1"/>
          <p:nvPr>
            <p:ph idx="18" type="title"/>
          </p:nvPr>
        </p:nvSpPr>
        <p:spPr>
          <a:xfrm>
            <a:off x="521275" y="3871175"/>
            <a:ext cx="1965300" cy="12768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000"/>
              <a:t>Rethink old habits 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1500">
        <p14:prism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7" name="Google Shape;1627;p103"/>
          <p:cNvGrpSpPr/>
          <p:nvPr/>
        </p:nvGrpSpPr>
        <p:grpSpPr>
          <a:xfrm rot="5400000">
            <a:off x="592728" y="890697"/>
            <a:ext cx="369896" cy="333900"/>
            <a:chOff x="96076" y="654376"/>
            <a:chExt cx="369896" cy="333900"/>
          </a:xfrm>
        </p:grpSpPr>
        <p:cxnSp>
          <p:nvCxnSpPr>
            <p:cNvPr id="1628" name="Google Shape;1628;p10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29" name="Google Shape;1629;p10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30" name="Google Shape;1630;p10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631" name="Google Shape;1631;p103"/>
          <p:cNvCxnSpPr/>
          <p:nvPr/>
        </p:nvCxnSpPr>
        <p:spPr>
          <a:xfrm flipH="1">
            <a:off x="3522500" y="1997625"/>
            <a:ext cx="6300" cy="3146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2" name="Google Shape;1632;p10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3" name="Google Shape;1633;p103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4" name="Google Shape;1634;p10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5" name="Google Shape;1635;p103"/>
          <p:cNvCxnSpPr/>
          <p:nvPr/>
        </p:nvCxnSpPr>
        <p:spPr>
          <a:xfrm rot="10800000">
            <a:off x="1057988" y="1997625"/>
            <a:ext cx="7550100" cy="9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6" name="Google Shape;1636;p10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7" name="Google Shape;1637;p103"/>
          <p:cNvSpPr txBox="1"/>
          <p:nvPr>
            <p:ph idx="2" type="title"/>
          </p:nvPr>
        </p:nvSpPr>
        <p:spPr>
          <a:xfrm>
            <a:off x="1308500" y="2203050"/>
            <a:ext cx="1947600" cy="2518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Inter"/>
                <a:ea typeface="Inter"/>
                <a:cs typeface="Inter"/>
                <a:sym typeface="Inter"/>
              </a:rPr>
              <a:t>Multimodal is key</a:t>
            </a:r>
            <a:endParaRPr b="1" sz="13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No </a:t>
            </a:r>
            <a:r>
              <a:rPr lang="en"/>
              <a:t>single</a:t>
            </a:r>
            <a:r>
              <a:rPr lang="en"/>
              <a:t> input wins</a:t>
            </a:r>
            <a:endParaRPr/>
          </a:p>
        </p:txBody>
      </p:sp>
      <p:sp>
        <p:nvSpPr>
          <p:cNvPr id="1638" name="Google Shape;1638;p103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Information Visualization</a:t>
            </a:r>
            <a:endParaRPr/>
          </a:p>
        </p:txBody>
      </p:sp>
      <p:sp>
        <p:nvSpPr>
          <p:cNvPr id="1639" name="Google Shape;1639;p103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000"/>
              <a:t>Autumn 2026</a:t>
            </a:r>
            <a:endParaRPr sz="1000"/>
          </a:p>
        </p:txBody>
      </p:sp>
      <p:sp>
        <p:nvSpPr>
          <p:cNvPr id="1640" name="Google Shape;1640;p103"/>
          <p:cNvSpPr txBox="1"/>
          <p:nvPr>
            <p:ph idx="19" type="title"/>
          </p:nvPr>
        </p:nvSpPr>
        <p:spPr>
          <a:xfrm flipH="1">
            <a:off x="1046200" y="772500"/>
            <a:ext cx="5726100" cy="10293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2"/>
                </a:solidFill>
              </a:rPr>
              <a:t>6.Our </a:t>
            </a:r>
            <a:r>
              <a:rPr lang="en" sz="3200">
                <a:solidFill>
                  <a:schemeClr val="lt2"/>
                </a:solidFill>
              </a:rPr>
              <a:t>opinion</a:t>
            </a:r>
            <a:endParaRPr sz="3200">
              <a:solidFill>
                <a:schemeClr val="lt2"/>
              </a:solidFill>
            </a:endParaRPr>
          </a:p>
        </p:txBody>
      </p:sp>
      <p:cxnSp>
        <p:nvCxnSpPr>
          <p:cNvPr id="1641" name="Google Shape;1641;p103"/>
          <p:cNvCxnSpPr/>
          <p:nvPr/>
        </p:nvCxnSpPr>
        <p:spPr>
          <a:xfrm flipH="1">
            <a:off x="6036538" y="1997625"/>
            <a:ext cx="6300" cy="3146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2" name="Google Shape;1642;p103"/>
          <p:cNvSpPr txBox="1"/>
          <p:nvPr>
            <p:ph idx="2" type="title"/>
          </p:nvPr>
        </p:nvSpPr>
        <p:spPr>
          <a:xfrm>
            <a:off x="3795200" y="2203050"/>
            <a:ext cx="1947600" cy="2486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Inter"/>
                <a:ea typeface="Inter"/>
                <a:cs typeface="Inter"/>
                <a:sym typeface="Inter"/>
              </a:rPr>
              <a:t>Lab-only is a weakness</a:t>
            </a:r>
            <a:endParaRPr b="1" sz="13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Real-world testing</a:t>
            </a:r>
            <a:endParaRPr/>
          </a:p>
        </p:txBody>
      </p:sp>
      <p:sp>
        <p:nvSpPr>
          <p:cNvPr id="1643" name="Google Shape;1643;p103"/>
          <p:cNvSpPr txBox="1"/>
          <p:nvPr>
            <p:ph idx="2" type="title"/>
          </p:nvPr>
        </p:nvSpPr>
        <p:spPr>
          <a:xfrm>
            <a:off x="6336575" y="2203050"/>
            <a:ext cx="1947600" cy="2518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Inter"/>
                <a:ea typeface="Inter"/>
                <a:cs typeface="Inter"/>
                <a:sym typeface="Inter"/>
              </a:rPr>
              <a:t>Relevant for Developers</a:t>
            </a:r>
            <a:endParaRPr b="1" sz="13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Match input to task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2800">
        <p14:gallery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04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Information Visualization</a:t>
            </a:r>
            <a:endParaRPr/>
          </a:p>
        </p:txBody>
      </p:sp>
      <p:sp>
        <p:nvSpPr>
          <p:cNvPr id="1649" name="Google Shape;1649;p104"/>
          <p:cNvSpPr txBox="1"/>
          <p:nvPr>
            <p:ph type="title"/>
          </p:nvPr>
        </p:nvSpPr>
        <p:spPr>
          <a:xfrm flipH="1">
            <a:off x="1046200" y="722375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en"/>
              <a:t>Thank you!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5500"/>
              <a:buNone/>
            </a:pPr>
            <a:r>
              <a:rPr lang="en" sz="3900"/>
              <a:t>Questions?</a:t>
            </a:r>
            <a:endParaRPr sz="3900"/>
          </a:p>
        </p:txBody>
      </p:sp>
      <p:sp>
        <p:nvSpPr>
          <p:cNvPr id="1650" name="Google Shape;1650;p104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000"/>
              <a:t>Autumn 2026</a:t>
            </a:r>
            <a:endParaRPr sz="1000"/>
          </a:p>
        </p:txBody>
      </p:sp>
      <p:grpSp>
        <p:nvGrpSpPr>
          <p:cNvPr id="1651" name="Google Shape;1651;p104"/>
          <p:cNvGrpSpPr/>
          <p:nvPr/>
        </p:nvGrpSpPr>
        <p:grpSpPr>
          <a:xfrm rot="5400000">
            <a:off x="595827" y="890398"/>
            <a:ext cx="369896" cy="333900"/>
            <a:chOff x="96076" y="654376"/>
            <a:chExt cx="369896" cy="333900"/>
          </a:xfrm>
        </p:grpSpPr>
        <p:cxnSp>
          <p:nvCxnSpPr>
            <p:cNvPr id="1652" name="Google Shape;1652;p10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53" name="Google Shape;1653;p10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54" name="Google Shape;1654;p10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55" name="Google Shape;1655;p104"/>
          <p:cNvGrpSpPr/>
          <p:nvPr/>
        </p:nvGrpSpPr>
        <p:grpSpPr>
          <a:xfrm rot="5400000">
            <a:off x="595827" y="1634873"/>
            <a:ext cx="369896" cy="333900"/>
            <a:chOff x="96076" y="654376"/>
            <a:chExt cx="369896" cy="333900"/>
          </a:xfrm>
        </p:grpSpPr>
        <p:cxnSp>
          <p:nvCxnSpPr>
            <p:cNvPr id="1656" name="Google Shape;1656;p10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57" name="Google Shape;1657;p10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58" name="Google Shape;1658;p10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659" name="Google Shape;1659;p104"/>
          <p:cNvSpPr txBox="1"/>
          <p:nvPr>
            <p:ph type="title"/>
          </p:nvPr>
        </p:nvSpPr>
        <p:spPr>
          <a:xfrm flipH="1">
            <a:off x="1661325" y="4042550"/>
            <a:ext cx="5726100" cy="5505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354839"/>
              <a:buNone/>
            </a:pPr>
            <a:r>
              <a:rPr lang="en" sz="1550"/>
              <a:t>Jaime Moreno Castellanos &amp; </a:t>
            </a:r>
            <a:r>
              <a:rPr lang="en" sz="1550"/>
              <a:t>Teresa Martínez Muñoz</a:t>
            </a:r>
            <a:endParaRPr sz="155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ct val="141026"/>
              <a:buNone/>
            </a:pPr>
            <a:r>
              <a:t/>
            </a:r>
            <a:endParaRPr sz="3900"/>
          </a:p>
        </p:txBody>
      </p:sp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OARD MEETING">
  <a:themeElements>
    <a:clrScheme name="Simple Light">
      <a:dk1>
        <a:srgbClr val="E1DCD8"/>
      </a:dk1>
      <a:lt1>
        <a:srgbClr val="032C3C"/>
      </a:lt1>
      <a:dk2>
        <a:srgbClr val="381819"/>
      </a:dk2>
      <a:lt2>
        <a:srgbClr val="EAEAEA"/>
      </a:lt2>
      <a:accent1>
        <a:srgbClr val="BA351A"/>
      </a:accent1>
      <a:accent2>
        <a:srgbClr val="6B2A2D"/>
      </a:accent2>
      <a:accent3>
        <a:srgbClr val="E7D5A6"/>
      </a:accent3>
      <a:accent4>
        <a:srgbClr val="7EDA9C"/>
      </a:accent4>
      <a:accent5>
        <a:srgbClr val="90B3EC"/>
      </a:accent5>
      <a:accent6>
        <a:srgbClr val="E6C5B8"/>
      </a:accent6>
      <a:hlink>
        <a:srgbClr val="9E9E9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