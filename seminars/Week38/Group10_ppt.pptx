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4" r:id="rId4"/>
  </p:sldMasterIdLst>
  <p:notesMasterIdLst>
    <p:notesMasterId r:id="rId22"/>
  </p:notesMasterIdLst>
  <p:sldIdLst>
    <p:sldId id="256" r:id="rId5"/>
    <p:sldId id="257" r:id="rId6"/>
    <p:sldId id="258" r:id="rId7"/>
    <p:sldId id="261" r:id="rId8"/>
    <p:sldId id="259" r:id="rId9"/>
    <p:sldId id="272" r:id="rId10"/>
    <p:sldId id="260" r:id="rId11"/>
    <p:sldId id="262" r:id="rId12"/>
    <p:sldId id="263" r:id="rId13"/>
    <p:sldId id="264" r:id="rId14"/>
    <p:sldId id="265" r:id="rId15"/>
    <p:sldId id="267" r:id="rId16"/>
    <p:sldId id="269" r:id="rId17"/>
    <p:sldId id="270" r:id="rId18"/>
    <p:sldId id="268" r:id="rId19"/>
    <p:sldId id="271" r:id="rId20"/>
    <p:sldId id="266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0" autoAdjust="0"/>
    <p:restoredTop sz="94660"/>
  </p:normalViewPr>
  <p:slideViewPr>
    <p:cSldViewPr snapToGrid="0">
      <p:cViewPr varScale="1">
        <p:scale>
          <a:sx n="84" d="100"/>
          <a:sy n="84" d="100"/>
        </p:scale>
        <p:origin x="432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CEC2B7-5603-E847-9CCD-B17BCD70217C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7AB055-8057-8042-A9DC-340E25EB4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7233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7AB055-8057-8042-A9DC-340E25EB49F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6932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png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8.png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9.png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png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89631D5-4CBA-B958-66E5-1D06CE60A685}"/>
              </a:ext>
            </a:extLst>
          </p:cNvPr>
          <p:cNvSpPr/>
          <p:nvPr/>
        </p:nvSpPr>
        <p:spPr>
          <a:xfrm>
            <a:off x="457200" y="1110996"/>
            <a:ext cx="11277600" cy="463600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2E59B00B-2A72-3526-46B5-2D31EFBA1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1394139"/>
            <a:ext cx="5336630" cy="4069724"/>
          </a:xfrm>
        </p:spPr>
        <p:txBody>
          <a:bodyPr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E53AC4E3-F9DF-C029-69FF-01D7C04DE0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0370" y="6031065"/>
            <a:ext cx="9144000" cy="548640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1600" cap="all" spc="100" baseline="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D47A7DF-A880-1D22-F809-631CB36C5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3520" y="430684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A9645FC2-7E06-2307-2D7B-2B52E501815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09450" y="430684"/>
            <a:ext cx="2743200" cy="365125"/>
          </a:xfrm>
        </p:spPr>
        <p:txBody>
          <a:bodyPr/>
          <a:lstStyle/>
          <a:p>
            <a:fld id="{C6B4DC52-CC44-D647-BBB1-762854F46572}" type="datetime1">
              <a:rPr lang="en-US" smtClean="0"/>
              <a:t>9/17/2026</a:t>
            </a:fld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2CE0142-6727-D96E-8B4C-F8DC42F3C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300" y="6126480"/>
            <a:ext cx="365760" cy="365125"/>
          </a:xfrm>
        </p:spPr>
        <p:txBody>
          <a:bodyPr/>
          <a:lstStyle>
            <a:lvl1pPr algn="r">
              <a:defRPr/>
            </a:lvl1pPr>
          </a:lstStyle>
          <a:p>
            <a:pPr algn="r"/>
            <a:fld id="{40B778AE-8D30-EC43-B255-420E7914C179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11" name="Picture 10" descr="A lemons on a branch&#10;&#10;AI-generated content may be incorrect.">
            <a:extLst>
              <a:ext uri="{FF2B5EF4-FFF2-40B4-BE49-F238E27FC236}">
                <a16:creationId xmlns:a16="http://schemas.microsoft.com/office/drawing/2014/main" id="{617993DE-FCA3-752E-CB4D-EE0CBE74D20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9594"/>
          <a:stretch>
            <a:fillRect/>
          </a:stretch>
        </p:blipFill>
        <p:spPr>
          <a:xfrm>
            <a:off x="6251965" y="1110995"/>
            <a:ext cx="5482836" cy="4636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620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1005840"/>
          </a:xfrm>
        </p:spPr>
        <p:txBody>
          <a:bodyPr anchor="t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54480"/>
            <a:ext cx="11274552" cy="4297680"/>
          </a:xfrm>
        </p:spPr>
        <p:txBody>
          <a:bodyPr/>
          <a:lstStyle>
            <a:lvl1pPr>
              <a:defRPr b="0"/>
            </a:lvl1pPr>
            <a:lvl2pPr>
              <a:defRPr b="0"/>
            </a:lvl2pPr>
            <a:lvl3pPr>
              <a:defRPr b="0"/>
            </a:lvl3pPr>
            <a:lvl4pPr>
              <a:defRPr b="0"/>
            </a:lvl4pPr>
            <a:lvl5pPr>
              <a:defRPr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CF59F-16CF-294B-89B0-023DBFDF062C}" type="datetime1">
              <a:rPr lang="en-US" smtClean="0"/>
              <a:t>9/17/2026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5249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5C43E3D-F1B4-8814-CBFD-54B6394BA78F}"/>
              </a:ext>
            </a:extLst>
          </p:cNvPr>
          <p:cNvSpPr/>
          <p:nvPr/>
        </p:nvSpPr>
        <p:spPr>
          <a:xfrm>
            <a:off x="0" y="0"/>
            <a:ext cx="12192000" cy="4072024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199" y="4480560"/>
            <a:ext cx="11274552" cy="99698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0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199" y="5532535"/>
            <a:ext cx="11274552" cy="54864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cap="all" spc="100" baseline="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7200" y="457201"/>
            <a:ext cx="11274552" cy="3111499"/>
          </a:xfr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99749300-EB7F-2826-88A0-CB3E4B36C03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FC0BE1CD-8E53-8DE9-82CF-9813E2925E9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B85CE52D-B630-4803-B6B1-978CBC39E2B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E2FA9DB-1C23-8847-8157-4FA9725CC381}" type="datetime1">
              <a:rPr lang="en-US" smtClean="0"/>
              <a:t>9/17/2026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9028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D187BAA-B8F3-6F9A-35D6-79C20A14A9DC}"/>
              </a:ext>
            </a:extLst>
          </p:cNvPr>
          <p:cNvSpPr/>
          <p:nvPr/>
        </p:nvSpPr>
        <p:spPr>
          <a:xfrm>
            <a:off x="5090160" y="-1"/>
            <a:ext cx="7101840" cy="685800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197" y="548640"/>
            <a:ext cx="4175760" cy="36576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6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199" y="4492488"/>
            <a:ext cx="4175760" cy="141135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 cap="all" spc="100" baseline="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3C3368D-40FA-88E5-2622-5C794E187D5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2ABA8E-1A54-1C96-093B-B44E62007A6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809077" y="6126480"/>
            <a:ext cx="2103120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B07656-FDD0-1CCB-57C9-0B3A32C50CD6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3006709" y="6126480"/>
            <a:ext cx="1626250" cy="365125"/>
          </a:xfrm>
        </p:spPr>
        <p:txBody>
          <a:bodyPr/>
          <a:lstStyle/>
          <a:p>
            <a:fld id="{84E3F07D-7317-3440-A531-3AA29DD45979}" type="datetime1">
              <a:rPr lang="en-US" smtClean="0"/>
              <a:t>9/17/2026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547360" y="457200"/>
            <a:ext cx="6187440" cy="59436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0485270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02DD718-F017-AE4C-FB9F-B4557EA33522}"/>
              </a:ext>
            </a:extLst>
          </p:cNvPr>
          <p:cNvSpPr/>
          <p:nvPr/>
        </p:nvSpPr>
        <p:spPr>
          <a:xfrm>
            <a:off x="0" y="-1"/>
            <a:ext cx="7162800" cy="685800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2618" y="457200"/>
            <a:ext cx="4112182" cy="432031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6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2618" y="4870174"/>
            <a:ext cx="4114800" cy="1033669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 cap="all" spc="100" baseline="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1A639AF-317A-79DF-3175-64C726EA3189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457200" y="457200"/>
            <a:ext cx="6236252" cy="5943600"/>
          </a:xfrm>
          <a:custGeom>
            <a:avLst/>
            <a:gdLst>
              <a:gd name="connsiteX0" fmla="*/ 0 w 7195675"/>
              <a:gd name="connsiteY0" fmla="*/ 0 h 6858000"/>
              <a:gd name="connsiteX1" fmla="*/ 7195675 w 7195675"/>
              <a:gd name="connsiteY1" fmla="*/ 0 h 6858000"/>
              <a:gd name="connsiteX2" fmla="*/ 7195675 w 7195675"/>
              <a:gd name="connsiteY2" fmla="*/ 6858000 h 6858000"/>
              <a:gd name="connsiteX3" fmla="*/ 0 w 7195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746577E-8831-2287-F882-043365FBE38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630823" y="6126480"/>
            <a:ext cx="365760" cy="365125"/>
          </a:xfrm>
        </p:spPr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78256CB-DBBA-7F98-5D6E-65BAC308069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028420" y="6126480"/>
            <a:ext cx="2717314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97DDC16-6E73-6885-8380-0E401292C07E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745734" y="6126480"/>
            <a:ext cx="991684" cy="365125"/>
          </a:xfrm>
        </p:spPr>
        <p:txBody>
          <a:bodyPr/>
          <a:lstStyle/>
          <a:p>
            <a:fld id="{28CD2E8A-C0A9-4347-A584-9C026C30AB40}" type="datetime1">
              <a:rPr lang="en-US" smtClean="0"/>
              <a:t>9/17/2026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9718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0246537-4B75-474B-2A12-4A3572BEA2EC}"/>
              </a:ext>
            </a:extLst>
          </p:cNvPr>
          <p:cNvSpPr/>
          <p:nvPr/>
        </p:nvSpPr>
        <p:spPr>
          <a:xfrm>
            <a:off x="0" y="-1"/>
            <a:ext cx="7315200" cy="685800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70584" y="457200"/>
            <a:ext cx="4114800" cy="379972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36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70581" y="4403039"/>
            <a:ext cx="3959352" cy="146304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cap="all" spc="100" baseline="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1A639AF-317A-79DF-3175-64C726EA318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57200" y="457200"/>
            <a:ext cx="6400800" cy="5943600"/>
          </a:xfrm>
          <a:custGeom>
            <a:avLst/>
            <a:gdLst>
              <a:gd name="connsiteX0" fmla="*/ 0 w 7195675"/>
              <a:gd name="connsiteY0" fmla="*/ 0 h 6858000"/>
              <a:gd name="connsiteX1" fmla="*/ 7195675 w 7195675"/>
              <a:gd name="connsiteY1" fmla="*/ 0 h 6858000"/>
              <a:gd name="connsiteX2" fmla="*/ 7195675 w 7195675"/>
              <a:gd name="connsiteY2" fmla="*/ 6858000 h 6858000"/>
              <a:gd name="connsiteX3" fmla="*/ 0 w 7195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F15057E-7A11-B5DB-0534-D8153986646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776118" y="6126480"/>
            <a:ext cx="365760" cy="365125"/>
          </a:xfrm>
        </p:spPr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3574E8DD-5B33-6D4C-0DDF-CB27D8491EE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173715" y="6126480"/>
            <a:ext cx="2522862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DF415EC-0AD6-6198-0FC5-D47053F2FBF0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781835" y="6126480"/>
            <a:ext cx="948098" cy="365125"/>
          </a:xfrm>
        </p:spPr>
        <p:txBody>
          <a:bodyPr/>
          <a:lstStyle/>
          <a:p>
            <a:fld id="{B2E8E543-FE9A-4843-9AB8-691F5895E16D}" type="datetime1">
              <a:rPr lang="en-US" smtClean="0"/>
              <a:t>9/17/2026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7739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895BD72-5536-F3FE-33EF-8633D55A2D61}"/>
              </a:ext>
            </a:extLst>
          </p:cNvPr>
          <p:cNvSpPr/>
          <p:nvPr/>
        </p:nvSpPr>
        <p:spPr>
          <a:xfrm>
            <a:off x="468772" y="1155432"/>
            <a:ext cx="11274552" cy="425388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059B19-9CED-B375-2B62-A6035F09E5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8724" y="5656357"/>
            <a:ext cx="11274552" cy="935512"/>
          </a:xfrm>
        </p:spPr>
        <p:txBody>
          <a:bodyPr anchor="ctr" anchorCtr="0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AA7984-A4B6-F007-847A-B07D938E62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21329" y="365760"/>
            <a:ext cx="8349343" cy="540708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600" cap="all" spc="1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6" name="Picture 5" descr="A lemons on a branch with leaves&#10;&#10;AI-generated content may be incorrect.">
            <a:extLst>
              <a:ext uri="{FF2B5EF4-FFF2-40B4-BE49-F238E27FC236}">
                <a16:creationId xmlns:a16="http://schemas.microsoft.com/office/drawing/2014/main" id="{3C01443A-552D-4FF4-DE2A-271C95288DF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56459" y="1155432"/>
            <a:ext cx="4279082" cy="4590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6530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C1DE5E9-85A8-0FC5-7F43-2E0EABF782DF}"/>
              </a:ext>
            </a:extLst>
          </p:cNvPr>
          <p:cNvSpPr/>
          <p:nvPr/>
        </p:nvSpPr>
        <p:spPr>
          <a:xfrm>
            <a:off x="457200" y="457199"/>
            <a:ext cx="4092338" cy="59436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650CA3D-7603-670A-D8C7-708AE9FA2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198" y="1711444"/>
            <a:ext cx="6858001" cy="4929772"/>
          </a:xfrm>
        </p:spPr>
        <p:txBody>
          <a:bodyPr anchor="b"/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211682ED-44B0-7547-E137-F0B1DA9363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29200" y="383629"/>
            <a:ext cx="3899647" cy="97715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cap="all" spc="100" baseline="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pic>
        <p:nvPicPr>
          <p:cNvPr id="6" name="Picture 5" descr="A lemons on a branch with leaves&#10;&#10;AI-generated content may be incorrect.">
            <a:extLst>
              <a:ext uri="{FF2B5EF4-FFF2-40B4-BE49-F238E27FC236}">
                <a16:creationId xmlns:a16="http://schemas.microsoft.com/office/drawing/2014/main" id="{15BE8FF9-7851-AB46-405F-0AA70A4B66AC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8613" t="-1" b="-3044"/>
          <a:stretch>
            <a:fillRect/>
          </a:stretch>
        </p:blipFill>
        <p:spPr>
          <a:xfrm>
            <a:off x="457200" y="460148"/>
            <a:ext cx="4710576" cy="6397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03749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457198"/>
            <a:ext cx="5140452" cy="619963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72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Section Header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FA4AE76-095C-A207-5846-53F5F689F718}"/>
              </a:ext>
            </a:extLst>
          </p:cNvPr>
          <p:cNvSpPr/>
          <p:nvPr/>
        </p:nvSpPr>
        <p:spPr>
          <a:xfrm>
            <a:off x="6096000" y="457200"/>
            <a:ext cx="5617029" cy="594360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 descr="A lemons on a branch with blue leaves&#10;&#10;AI-generated content may be incorrect.">
            <a:extLst>
              <a:ext uri="{FF2B5EF4-FFF2-40B4-BE49-F238E27FC236}">
                <a16:creationId xmlns:a16="http://schemas.microsoft.com/office/drawing/2014/main" id="{65E78305-C5E3-6063-CB40-26C0D5E00C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5553" y="457194"/>
            <a:ext cx="7277476" cy="5943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2857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0" y="798790"/>
            <a:ext cx="6400800" cy="1247197"/>
          </a:xfrm>
        </p:spPr>
        <p:txBody>
          <a:bodyPr anchor="t" anchorCtr="0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03520" y="2557825"/>
            <a:ext cx="6400800" cy="3185025"/>
          </a:xfrm>
        </p:spPr>
        <p:txBody>
          <a:bodyPr anchor="b" anchorCtr="0">
            <a:normAutofit/>
          </a:bodyPr>
          <a:lstStyle>
            <a:lvl1pPr marL="0" indent="-320040">
              <a:spcBef>
                <a:spcPts val="1800"/>
              </a:spcBef>
              <a:buFont typeface="+mj-lt"/>
              <a:buAutoNum type="arabicPeriod"/>
              <a:defRPr sz="1800"/>
            </a:lvl1pPr>
            <a:lvl2pPr marL="457200" indent="-320040">
              <a:spcBef>
                <a:spcPts val="1800"/>
              </a:spcBef>
              <a:buFont typeface="+mj-lt"/>
              <a:buAutoNum type="arabicPeriod"/>
              <a:defRPr sz="1600"/>
            </a:lvl2pPr>
            <a:lvl3pPr marL="685800" indent="-320040">
              <a:spcBef>
                <a:spcPts val="1800"/>
              </a:spcBef>
              <a:buFont typeface="+mj-lt"/>
              <a:buAutoNum type="arabicPeriod"/>
              <a:defRPr sz="1400"/>
            </a:lvl3pPr>
            <a:lvl4pPr marL="804672" indent="-320040">
              <a:spcBef>
                <a:spcPts val="1800"/>
              </a:spcBef>
              <a:buFont typeface="+mj-lt"/>
              <a:buAutoNum type="arabicPeriod"/>
              <a:defRPr sz="1400"/>
            </a:lvl4pPr>
            <a:lvl5pPr marL="1024128" indent="-320040">
              <a:spcBef>
                <a:spcPts val="1800"/>
              </a:spcBef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4F1D5-6C74-2344-B02C-988BD7DE5058}" type="datetime1">
              <a:rPr lang="en-US" smtClean="0"/>
              <a:t>9/17/2026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8081EAF-576F-9050-A03B-54F899B4C07A}"/>
              </a:ext>
            </a:extLst>
          </p:cNvPr>
          <p:cNvSpPr/>
          <p:nvPr/>
        </p:nvSpPr>
        <p:spPr>
          <a:xfrm>
            <a:off x="411481" y="914400"/>
            <a:ext cx="4389990" cy="475488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A lemon on a branch&#10;&#10;AI-generated content may be incorrect.">
            <a:extLst>
              <a:ext uri="{FF2B5EF4-FFF2-40B4-BE49-F238E27FC236}">
                <a16:creationId xmlns:a16="http://schemas.microsoft.com/office/drawing/2014/main" id="{C7EE14FD-1F7E-7416-B121-07AC7950DD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154" y="557784"/>
            <a:ext cx="4798070" cy="5394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5347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5F09020-BF03-712A-9029-505DB1E628D4}"/>
              </a:ext>
            </a:extLst>
          </p:cNvPr>
          <p:cNvSpPr/>
          <p:nvPr/>
        </p:nvSpPr>
        <p:spPr>
          <a:xfrm>
            <a:off x="411480" y="408561"/>
            <a:ext cx="11346580" cy="547788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399"/>
            <a:ext cx="3749040" cy="2834640"/>
          </a:xfrm>
        </p:spPr>
        <p:txBody>
          <a:bodyPr anchor="t" anchorCtr="0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40568" y="914399"/>
            <a:ext cx="6126480" cy="4480560"/>
          </a:xfrm>
        </p:spPr>
        <p:txBody>
          <a:bodyPr anchor="t" anchorCtr="0">
            <a:normAutofit/>
          </a:bodyPr>
          <a:lstStyle>
            <a:lvl1pPr marL="0" indent="-320040">
              <a:spcBef>
                <a:spcPts val="1800"/>
              </a:spcBef>
              <a:buFont typeface="+mj-lt"/>
              <a:buAutoNum type="arabicPeriod"/>
              <a:defRPr sz="1800"/>
            </a:lvl1pPr>
            <a:lvl2pPr marL="457200" indent="-320040">
              <a:spcBef>
                <a:spcPts val="1800"/>
              </a:spcBef>
              <a:buFont typeface="+mj-lt"/>
              <a:buAutoNum type="arabicPeriod"/>
              <a:defRPr sz="1600"/>
            </a:lvl2pPr>
            <a:lvl3pPr marL="685800" indent="-320040">
              <a:spcBef>
                <a:spcPts val="1800"/>
              </a:spcBef>
              <a:buFont typeface="+mj-lt"/>
              <a:buAutoNum type="arabicPeriod"/>
              <a:defRPr sz="1400"/>
            </a:lvl3pPr>
            <a:lvl4pPr marL="804672" indent="-320040">
              <a:spcBef>
                <a:spcPts val="1800"/>
              </a:spcBef>
              <a:buFont typeface="+mj-lt"/>
              <a:buAutoNum type="arabicPeriod"/>
              <a:defRPr sz="1400"/>
            </a:lvl4pPr>
            <a:lvl5pPr marL="1024128" indent="-320040">
              <a:spcBef>
                <a:spcPts val="1800"/>
              </a:spcBef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26B5E-0855-9440-AA3D-7D15E0A5A0A9}" type="datetime1">
              <a:rPr lang="en-US" smtClean="0"/>
              <a:t>9/17/2026</a:t>
            </a:fld>
            <a:endParaRPr lang="en-US"/>
          </a:p>
        </p:txBody>
      </p:sp>
      <p:pic>
        <p:nvPicPr>
          <p:cNvPr id="12" name="Picture 11" descr="Blue leaves on a black background&#10;&#10;AI-generated content may be incorrect.">
            <a:extLst>
              <a:ext uri="{FF2B5EF4-FFF2-40B4-BE49-F238E27FC236}">
                <a16:creationId xmlns:a16="http://schemas.microsoft.com/office/drawing/2014/main" id="{8C201F69-ACDC-EC3F-66B0-D7107872DC87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804153"/>
            <a:ext cx="1917700" cy="134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39698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DB4B979-1FB0-5E72-46AC-50BC7CFE6907}"/>
              </a:ext>
            </a:extLst>
          </p:cNvPr>
          <p:cNvSpPr/>
          <p:nvPr/>
        </p:nvSpPr>
        <p:spPr>
          <a:xfrm>
            <a:off x="0" y="-1"/>
            <a:ext cx="457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5223" y="914400"/>
            <a:ext cx="6126480" cy="1188720"/>
          </a:xfrm>
        </p:spPr>
        <p:txBody>
          <a:bodyPr anchor="t" anchorCtr="0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D26684C-23E4-F6A1-5A03-70AE7BEA72C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57200" y="457200"/>
            <a:ext cx="3657600" cy="5943600"/>
          </a:xfrm>
          <a:custGeom>
            <a:avLst/>
            <a:gdLst>
              <a:gd name="connsiteX0" fmla="*/ 0 w 4565591"/>
              <a:gd name="connsiteY0" fmla="*/ 0 h 6858000"/>
              <a:gd name="connsiteX1" fmla="*/ 4565591 w 4565591"/>
              <a:gd name="connsiteY1" fmla="*/ 0 h 6858000"/>
              <a:gd name="connsiteX2" fmla="*/ 4565591 w 4565591"/>
              <a:gd name="connsiteY2" fmla="*/ 6858000 h 6858000"/>
              <a:gd name="connsiteX3" fmla="*/ 0 w 456559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5591" h="6858000">
                <a:moveTo>
                  <a:pt x="0" y="0"/>
                </a:moveTo>
                <a:lnTo>
                  <a:pt x="4565591" y="0"/>
                </a:lnTo>
                <a:lnTo>
                  <a:pt x="4565591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45224" y="2468880"/>
            <a:ext cx="6126480" cy="3436789"/>
          </a:xfrm>
        </p:spPr>
        <p:txBody>
          <a:bodyPr>
            <a:normAutofit/>
          </a:bodyPr>
          <a:lstStyle>
            <a:lvl1pPr marL="0" indent="-320040">
              <a:spcBef>
                <a:spcPts val="1800"/>
              </a:spcBef>
              <a:buFont typeface="+mj-lt"/>
              <a:buAutoNum type="arabicPeriod"/>
              <a:defRPr sz="2000" baseline="0"/>
            </a:lvl1pPr>
            <a:lvl2pPr marL="457200" indent="-320040">
              <a:spcBef>
                <a:spcPts val="1800"/>
              </a:spcBef>
              <a:buFont typeface="+mj-lt"/>
              <a:buAutoNum type="arabicPeriod"/>
              <a:defRPr sz="1800" baseline="0"/>
            </a:lvl2pPr>
            <a:lvl3pPr marL="685800" indent="-320040">
              <a:spcBef>
                <a:spcPts val="1800"/>
              </a:spcBef>
              <a:buFont typeface="+mj-lt"/>
              <a:buAutoNum type="arabicPeriod"/>
              <a:defRPr sz="1600" baseline="0"/>
            </a:lvl3pPr>
            <a:lvl4pPr marL="804672" indent="-320040">
              <a:spcBef>
                <a:spcPts val="1800"/>
              </a:spcBef>
              <a:buFont typeface="+mj-lt"/>
              <a:buAutoNum type="arabicPeriod"/>
              <a:defRPr sz="1400" baseline="0"/>
            </a:lvl4pPr>
            <a:lvl5pPr marL="1024128" indent="-320040">
              <a:spcBef>
                <a:spcPts val="1800"/>
              </a:spcBef>
              <a:buFont typeface="+mj-lt"/>
              <a:buAutoNum type="arabicPeriod"/>
              <a:defRPr sz="14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2F12806-9D4B-B331-8FBA-9E389069CF3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050561" y="6126480"/>
            <a:ext cx="365760" cy="365125"/>
          </a:xfrm>
        </p:spPr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2D280FE9-C0C5-BEEF-1C01-F53C19D152E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448158" y="6126480"/>
            <a:ext cx="4114800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13CDBE3-275E-E9FB-D64A-5856C14B07C6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429874" y="6126480"/>
            <a:ext cx="1328185" cy="365125"/>
          </a:xfrm>
        </p:spPr>
        <p:txBody>
          <a:bodyPr/>
          <a:lstStyle/>
          <a:p>
            <a:fld id="{20EA976F-543A-3147-8F10-92D90F1FB7DE}" type="datetime1">
              <a:rPr lang="en-US" smtClean="0"/>
              <a:t>9/17/2026</a:t>
            </a:fld>
            <a:endParaRPr lang="en-US"/>
          </a:p>
        </p:txBody>
      </p:sp>
      <p:pic>
        <p:nvPicPr>
          <p:cNvPr id="3" name="Picture 2" descr="A blue and black image of two birds&#10;&#10;AI-generated content may be incorrect.">
            <a:extLst>
              <a:ext uri="{FF2B5EF4-FFF2-40B4-BE49-F238E27FC236}">
                <a16:creationId xmlns:a16="http://schemas.microsoft.com/office/drawing/2014/main" id="{61A4B5C7-FD62-4D7D-A791-54AB1ABC8C5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9654540" y="3003334"/>
            <a:ext cx="416052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2642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0911" y="2133600"/>
            <a:ext cx="6623436" cy="1070776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768786" y="3335364"/>
            <a:ext cx="4659735" cy="1645198"/>
          </a:xfrm>
        </p:spPr>
        <p:txBody>
          <a:bodyPr/>
          <a:lstStyle>
            <a:lvl1pPr marL="0" indent="0" algn="ctr">
              <a:buNone/>
              <a:defRPr sz="1400"/>
            </a:lvl1pPr>
            <a:lvl2pPr marL="228600" indent="0" algn="ctr">
              <a:buNone/>
              <a:defRPr sz="1400"/>
            </a:lvl2pPr>
            <a:lvl3pPr marL="457200" indent="0" algn="ctr">
              <a:buNone/>
              <a:defRPr sz="1400"/>
            </a:lvl3pPr>
            <a:lvl4pPr marL="685800" indent="0" algn="ctr">
              <a:buNone/>
              <a:defRPr sz="1400"/>
            </a:lvl4pPr>
            <a:lvl5pPr marL="914400" indent="0" algn="ctr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62A3C-8A73-964C-A7B1-9C66EB8F456D}" type="datetime1">
              <a:rPr lang="en-US" smtClean="0"/>
              <a:t>9/17/2026</a:t>
            </a:fld>
            <a:endParaRPr lang="en-US"/>
          </a:p>
        </p:txBody>
      </p:sp>
      <p:pic>
        <p:nvPicPr>
          <p:cNvPr id="11" name="Picture 10" descr="A blue leaf on a black background&#10;&#10;AI-generated content may be incorrect.">
            <a:extLst>
              <a:ext uri="{FF2B5EF4-FFF2-40B4-BE49-F238E27FC236}">
                <a16:creationId xmlns:a16="http://schemas.microsoft.com/office/drawing/2014/main" id="{BED6ACC6-8535-9138-3CC3-23292E127C19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41628"/>
          <a:stretch>
            <a:fillRect/>
          </a:stretch>
        </p:blipFill>
        <p:spPr>
          <a:xfrm flipH="1">
            <a:off x="1638457" y="-1"/>
            <a:ext cx="3509674" cy="1034177"/>
          </a:xfrm>
          <a:prstGeom prst="rect">
            <a:avLst/>
          </a:prstGeom>
        </p:spPr>
      </p:pic>
      <p:pic>
        <p:nvPicPr>
          <p:cNvPr id="13" name="Picture 12" descr="Blue leaves on a black background&#10;&#10;AI-generated content may be incorrect.">
            <a:extLst>
              <a:ext uri="{FF2B5EF4-FFF2-40B4-BE49-F238E27FC236}">
                <a16:creationId xmlns:a16="http://schemas.microsoft.com/office/drawing/2014/main" id="{9891E051-0BB5-0815-2DD6-BBEBCE603786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804153"/>
            <a:ext cx="1917700" cy="1346200"/>
          </a:xfrm>
          <a:prstGeom prst="rect">
            <a:avLst/>
          </a:prstGeom>
        </p:spPr>
      </p:pic>
      <p:pic>
        <p:nvPicPr>
          <p:cNvPr id="14" name="Picture 13" descr="Blue leaves on a black background&#10;&#10;AI-generated content may be incorrect.">
            <a:extLst>
              <a:ext uri="{FF2B5EF4-FFF2-40B4-BE49-F238E27FC236}">
                <a16:creationId xmlns:a16="http://schemas.microsoft.com/office/drawing/2014/main" id="{B2C36771-C253-85DB-E144-61D9EB19FC8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 flipV="1">
            <a:off x="10171959" y="780706"/>
            <a:ext cx="2020041" cy="1418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3727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7902447-E63B-C699-1F10-66D1D40394D0}"/>
              </a:ext>
            </a:extLst>
          </p:cNvPr>
          <p:cNvSpPr/>
          <p:nvPr/>
        </p:nvSpPr>
        <p:spPr>
          <a:xfrm>
            <a:off x="-2" y="0"/>
            <a:ext cx="813816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986283C0-8ECE-D2EA-E5E3-6F15CF154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4234" y="1315451"/>
            <a:ext cx="3163825" cy="1888925"/>
          </a:xfrm>
        </p:spPr>
        <p:txBody>
          <a:bodyPr anchor="b"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60872" y="274320"/>
            <a:ext cx="365760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958469" y="274320"/>
            <a:ext cx="1828800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819106" y="274320"/>
            <a:ext cx="938954" cy="365125"/>
          </a:xfrm>
        </p:spPr>
        <p:txBody>
          <a:bodyPr/>
          <a:lstStyle/>
          <a:p>
            <a:fld id="{16BEDD57-7FB0-8C49-978A-2E5AD4193CAB}" type="datetime1">
              <a:rPr lang="en-US" smtClean="0"/>
              <a:t>9/17/2026</a:t>
            </a:fld>
            <a:endParaRPr lang="en-US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A7DC67AD-3301-6431-3E36-B83AA13337B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595360" y="3335363"/>
            <a:ext cx="3162699" cy="2372709"/>
          </a:xfrm>
        </p:spPr>
        <p:txBody>
          <a:bodyPr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3" name="Picture 2" descr="A close up of a blue and yellow leaf&#10;&#10;AI-generated content may be incorrect.">
            <a:extLst>
              <a:ext uri="{FF2B5EF4-FFF2-40B4-BE49-F238E27FC236}">
                <a16:creationId xmlns:a16="http://schemas.microsoft.com/office/drawing/2014/main" id="{F4AA3198-0DF5-E044-FEBD-0A08E92D514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"/>
            <a:ext cx="962919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70298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7902447-E63B-C699-1F10-66D1D40394D0}"/>
              </a:ext>
            </a:extLst>
          </p:cNvPr>
          <p:cNvSpPr/>
          <p:nvPr/>
        </p:nvSpPr>
        <p:spPr>
          <a:xfrm>
            <a:off x="4053840" y="0"/>
            <a:ext cx="813816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4F807023-B064-9646-E49E-9AEF600F0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15453"/>
            <a:ext cx="3163824" cy="1888923"/>
          </a:xfrm>
        </p:spPr>
        <p:txBody>
          <a:bodyPr anchor="b"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43249" y="274320"/>
            <a:ext cx="365760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0846" y="274320"/>
            <a:ext cx="1828800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69646" y="274320"/>
            <a:ext cx="970791" cy="365125"/>
          </a:xfrm>
        </p:spPr>
        <p:txBody>
          <a:bodyPr/>
          <a:lstStyle/>
          <a:p>
            <a:fld id="{3398BDEE-7079-9E46-9D3D-C026D74D657A}" type="datetime1">
              <a:rPr lang="en-US" smtClean="0"/>
              <a:t>9/17/2026</a:t>
            </a:fld>
            <a:endParaRPr lang="en-US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9C2635AD-DF42-C262-C20D-FDB7B411625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0" y="3335364"/>
            <a:ext cx="3163824" cy="3107000"/>
          </a:xfrm>
        </p:spPr>
        <p:txBody>
          <a:bodyPr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1" name="Picture 10" descr="A lemons on a branch with leaves&#10;&#10;AI-generated content may be incorrect.">
            <a:extLst>
              <a:ext uri="{FF2B5EF4-FFF2-40B4-BE49-F238E27FC236}">
                <a16:creationId xmlns:a16="http://schemas.microsoft.com/office/drawing/2014/main" id="{ADF17735-1EF3-3E8F-EE23-73AE24B0CF1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715" r="9359" b="30270"/>
          <a:stretch>
            <a:fillRect/>
          </a:stretch>
        </p:blipFill>
        <p:spPr>
          <a:xfrm>
            <a:off x="3795759" y="0"/>
            <a:ext cx="839624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66000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7537" y="1731332"/>
            <a:ext cx="3493858" cy="3456894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1727014"/>
            <a:ext cx="4956175" cy="34612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DA1B6-7262-A14C-9D8B-572C17D5CCAA}" type="datetime1">
              <a:rPr lang="en-US" smtClean="0"/>
              <a:t>9/17/2026</a:t>
            </a:fld>
            <a:endParaRPr lang="en-US"/>
          </a:p>
        </p:txBody>
      </p:sp>
      <p:pic>
        <p:nvPicPr>
          <p:cNvPr id="7" name="Picture 6" descr="A blue and black image of two birds&#10;&#10;AI-generated content may be incorrect.">
            <a:extLst>
              <a:ext uri="{FF2B5EF4-FFF2-40B4-BE49-F238E27FC236}">
                <a16:creationId xmlns:a16="http://schemas.microsoft.com/office/drawing/2014/main" id="{53359F0E-3165-F69F-DECE-2D1FB68E174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4400" y="0"/>
            <a:ext cx="4160520" cy="919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7255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914400"/>
            <a:ext cx="3923455" cy="4083580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56011" y="914400"/>
            <a:ext cx="6045390" cy="40835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B914E-727D-924F-AF8C-57D7CD572093}" type="datetime1">
              <a:rPr lang="en-US" smtClean="0"/>
              <a:t>9/17/2026</a:t>
            </a:fld>
            <a:endParaRPr lang="en-US"/>
          </a:p>
        </p:txBody>
      </p:sp>
      <p:pic>
        <p:nvPicPr>
          <p:cNvPr id="3" name="Picture 2" descr="A blue and black image of two birds&#10;&#10;AI-generated content may be incorrect.">
            <a:extLst>
              <a:ext uri="{FF2B5EF4-FFF2-40B4-BE49-F238E27FC236}">
                <a16:creationId xmlns:a16="http://schemas.microsoft.com/office/drawing/2014/main" id="{A830C04B-A250-7A15-C730-C6A3AFCB9C16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5175848" y="5943599"/>
            <a:ext cx="416052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62203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6617" y="731520"/>
            <a:ext cx="8658766" cy="1005840"/>
          </a:xfrm>
        </p:spPr>
        <p:txBody>
          <a:bodyPr anchor="b" anchorCtr="0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31AD03-5543-5055-E5F3-2C2E7AF4A65C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2653413" y="1995858"/>
            <a:ext cx="6884668" cy="37399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F8492AF-A293-67AC-351D-6F8D2EE5A36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A12EA25-588C-6976-3F71-17F5A88C9A2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88EAD482-3B0C-B1C6-EDE0-9F5AD7972C2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70565B3-CF1A-E942-97FF-0B9F398F7855}" type="datetime1">
              <a:rPr lang="en-US" smtClean="0"/>
              <a:t>9/17/2026</a:t>
            </a:fld>
            <a:endParaRPr lang="en-US"/>
          </a:p>
        </p:txBody>
      </p:sp>
      <p:pic>
        <p:nvPicPr>
          <p:cNvPr id="3" name="Picture 2" descr="A blue leafy plant&#10;&#10;AI-generated content may be incorrect.">
            <a:extLst>
              <a:ext uri="{FF2B5EF4-FFF2-40B4-BE49-F238E27FC236}">
                <a16:creationId xmlns:a16="http://schemas.microsoft.com/office/drawing/2014/main" id="{7514231A-DFF9-EEC8-7FD8-6D51A7E9FF6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7073"/>
          <a:stretch>
            <a:fillRect/>
          </a:stretch>
        </p:blipFill>
        <p:spPr>
          <a:xfrm>
            <a:off x="0" y="157646"/>
            <a:ext cx="1757091" cy="1460378"/>
          </a:xfrm>
          <a:prstGeom prst="rect">
            <a:avLst/>
          </a:prstGeom>
        </p:spPr>
      </p:pic>
      <p:pic>
        <p:nvPicPr>
          <p:cNvPr id="9" name="Picture 8" descr="A blue leaf on a black background&#10;&#10;AI-generated content may be incorrect.">
            <a:extLst>
              <a:ext uri="{FF2B5EF4-FFF2-40B4-BE49-F238E27FC236}">
                <a16:creationId xmlns:a16="http://schemas.microsoft.com/office/drawing/2014/main" id="{A6D137FE-2907-46A6-B35B-5A4CAE628A4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rot="16200000" flipH="1">
            <a:off x="-1163538" y="2885078"/>
            <a:ext cx="3361254" cy="1034177"/>
          </a:xfrm>
          <a:prstGeom prst="rect">
            <a:avLst/>
          </a:prstGeom>
        </p:spPr>
      </p:pic>
      <p:pic>
        <p:nvPicPr>
          <p:cNvPr id="15" name="Picture 14" descr="A blue and black image of two birds&#10;&#10;AI-generated content may be incorrect.">
            <a:extLst>
              <a:ext uri="{FF2B5EF4-FFF2-40B4-BE49-F238E27FC236}">
                <a16:creationId xmlns:a16="http://schemas.microsoft.com/office/drawing/2014/main" id="{04E727C6-2D47-C987-AC9F-2BBBF965423C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9651893" y="3013349"/>
            <a:ext cx="4160520" cy="919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9115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914401"/>
            <a:ext cx="3992880" cy="2514599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00600" y="914400"/>
            <a:ext cx="6957460" cy="49406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9077" y="6126480"/>
            <a:ext cx="2403583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8A344-177D-9B4D-B4B5-DB629B3B0E97}" type="datetime1">
              <a:rPr lang="en-US" smtClean="0"/>
              <a:t>9/17/2026</a:t>
            </a:fld>
            <a:endParaRPr lang="en-US"/>
          </a:p>
        </p:txBody>
      </p:sp>
      <p:pic>
        <p:nvPicPr>
          <p:cNvPr id="7" name="Picture 6" descr="A blue leaf on a black background&#10;&#10;AI-generated content may be incorrect.">
            <a:extLst>
              <a:ext uri="{FF2B5EF4-FFF2-40B4-BE49-F238E27FC236}">
                <a16:creationId xmlns:a16="http://schemas.microsoft.com/office/drawing/2014/main" id="{415D9329-8404-8FB6-440F-E9849300BAE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2307"/>
          <a:stretch>
            <a:fillRect/>
          </a:stretch>
        </p:blipFill>
        <p:spPr>
          <a:xfrm rot="16200000">
            <a:off x="2766204" y="5165090"/>
            <a:ext cx="2052320" cy="1333500"/>
          </a:xfrm>
          <a:prstGeom prst="rect">
            <a:avLst/>
          </a:prstGeom>
        </p:spPr>
      </p:pic>
      <p:pic>
        <p:nvPicPr>
          <p:cNvPr id="10" name="Picture 9" descr="A blue leaf on a black background&#10;&#10;AI-generated content may be incorrect.">
            <a:extLst>
              <a:ext uri="{FF2B5EF4-FFF2-40B4-BE49-F238E27FC236}">
                <a16:creationId xmlns:a16="http://schemas.microsoft.com/office/drawing/2014/main" id="{583DC239-1B91-3F75-7E85-D0A752FB0046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3595299">
            <a:off x="1217794" y="4109349"/>
            <a:ext cx="2058669" cy="1039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99132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lemons on a branch with leaves&#10;&#10;AI-generated content may be incorrect.">
            <a:extLst>
              <a:ext uri="{FF2B5EF4-FFF2-40B4-BE49-F238E27FC236}">
                <a16:creationId xmlns:a16="http://schemas.microsoft.com/office/drawing/2014/main" id="{292A7410-B2FC-D132-8D8C-4AF1B507056A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466" t="289" r="43489" b="8672"/>
          <a:stretch>
            <a:fillRect/>
          </a:stretch>
        </p:blipFill>
        <p:spPr>
          <a:xfrm>
            <a:off x="8120743" y="0"/>
            <a:ext cx="4071257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7315200" cy="1097280"/>
          </a:xfrm>
        </p:spPr>
        <p:txBody>
          <a:bodyPr anchor="b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199" y="1828800"/>
            <a:ext cx="7315199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99251" y="6126480"/>
            <a:ext cx="2073147" cy="365125"/>
          </a:xfrm>
        </p:spPr>
        <p:txBody>
          <a:bodyPr/>
          <a:lstStyle/>
          <a:p>
            <a:fld id="{5A7A0291-FBD7-2345-9C81-5FC586A6DB9E}" type="datetime1">
              <a:rPr lang="en-US" smtClean="0"/>
              <a:t>9/17/2026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93070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707549"/>
            <a:ext cx="3349754" cy="2721451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48200" y="708184"/>
            <a:ext cx="6928103" cy="55148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D6C8C-4A02-004B-93D7-C0DBD4026299}" type="datetime1">
              <a:rPr lang="en-US" smtClean="0"/>
              <a:t>9/17/2026</a:t>
            </a:fld>
            <a:endParaRPr lang="en-US"/>
          </a:p>
        </p:txBody>
      </p:sp>
      <p:pic>
        <p:nvPicPr>
          <p:cNvPr id="7" name="Picture 6" descr="Blue leaves on a black background&#10;&#10;AI-generated content may be incorrect.">
            <a:extLst>
              <a:ext uri="{FF2B5EF4-FFF2-40B4-BE49-F238E27FC236}">
                <a16:creationId xmlns:a16="http://schemas.microsoft.com/office/drawing/2014/main" id="{DE136570-804C-5DD0-226A-419BDFE89683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804153"/>
            <a:ext cx="1917700" cy="134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254794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BDBE0D0-60D9-A8DD-819A-4EC6098596AA}"/>
              </a:ext>
            </a:extLst>
          </p:cNvPr>
          <p:cNvSpPr/>
          <p:nvPr/>
        </p:nvSpPr>
        <p:spPr>
          <a:xfrm>
            <a:off x="0" y="-1"/>
            <a:ext cx="813816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6A90C2D-E9F9-B5AC-3789-289AA8EFB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6327" y="642192"/>
            <a:ext cx="3172968" cy="2139696"/>
          </a:xfrm>
        </p:spPr>
        <p:txBody>
          <a:bodyPr anchor="b" anchorCtr="0">
            <a:no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457200" y="457200"/>
            <a:ext cx="7216147" cy="59436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566327" y="3011335"/>
            <a:ext cx="3162530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06C8A42-D773-E384-D003-FF92C7D3D7C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573862" y="6126480"/>
            <a:ext cx="365760" cy="365125"/>
          </a:xfrm>
        </p:spPr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662C323-6B9B-80DF-EF74-D99250EE920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971459" y="6126480"/>
            <a:ext cx="1934123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DB6DB1-F652-6E69-77F4-F055AD2AF6F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792496" y="6126480"/>
            <a:ext cx="965564" cy="365125"/>
          </a:xfrm>
        </p:spPr>
        <p:txBody>
          <a:bodyPr/>
          <a:lstStyle/>
          <a:p>
            <a:fld id="{954F3EE5-5A62-1142-B29B-2D79B0DFBB49}" type="datetime1">
              <a:rPr lang="en-US" smtClean="0"/>
              <a:t>9/17/2026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7605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8F29CE5-A8CD-ED9A-7F5A-693443689EAB}"/>
              </a:ext>
            </a:extLst>
          </p:cNvPr>
          <p:cNvSpPr/>
          <p:nvPr/>
        </p:nvSpPr>
        <p:spPr>
          <a:xfrm>
            <a:off x="4145280" y="-1"/>
            <a:ext cx="804672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2F1C8EF-0052-4E1D-ADC9-E3E4FD32E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755" y="642192"/>
            <a:ext cx="3274169" cy="2139696"/>
          </a:xfrm>
        </p:spPr>
        <p:txBody>
          <a:bodyPr anchor="b" anchorCtr="0">
            <a:no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199" y="3011335"/>
            <a:ext cx="3274169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133EBD6B-DFDB-0D0B-252B-324DA354BF4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97FC8F1-C8AE-5332-F165-13ED9003CB9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09077" y="6126480"/>
            <a:ext cx="1895486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CDB703-6F6B-3A91-C03F-5AA8FECF96D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704563" y="6126480"/>
            <a:ext cx="1033988" cy="365125"/>
          </a:xfrm>
        </p:spPr>
        <p:txBody>
          <a:bodyPr/>
          <a:lstStyle/>
          <a:p>
            <a:fld id="{72C7549D-B911-DC4D-9096-0244F27A5122}" type="datetime1">
              <a:rPr lang="en-US" smtClean="0"/>
              <a:t>9/17/2026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4572000" y="457200"/>
            <a:ext cx="7216147" cy="59436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60626651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13AE976-70C1-E011-D1BD-A186B254606F}"/>
              </a:ext>
            </a:extLst>
          </p:cNvPr>
          <p:cNvSpPr/>
          <p:nvPr/>
        </p:nvSpPr>
        <p:spPr>
          <a:xfrm>
            <a:off x="0" y="-1"/>
            <a:ext cx="12192000" cy="420624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90688BC7-C8A7-1B9D-DD5A-CC721C820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663440"/>
            <a:ext cx="4206240" cy="1124712"/>
          </a:xfrm>
        </p:spPr>
        <p:txBody>
          <a:bodyPr anchor="t" anchorCtr="0">
            <a:no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7200" y="457200"/>
            <a:ext cx="11274552" cy="3261360"/>
          </a:xfrm>
          <a:blipFill dpi="0" rotWithShape="1">
            <a:blip r:embed="rId2">
              <a:alphaModFix amt="60000"/>
            </a:blip>
            <a:srcRect/>
            <a:stretch>
              <a:fillRect t="1" b="-896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56009" y="4663440"/>
            <a:ext cx="6426391" cy="124157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099B38A-E62D-AD07-98E2-F076BBB6906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3C33DF7-70E3-8959-4BBB-88BA646FC8A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4C6559B-3088-D543-8627-C631D5D845A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FE3B3F6E-3994-0241-BCBC-BC1EBD257F6E}" type="datetime1">
              <a:rPr lang="en-US" smtClean="0"/>
              <a:t>9/17/2026</a:t>
            </a:fld>
            <a:endParaRPr lang="en-US"/>
          </a:p>
        </p:txBody>
      </p:sp>
      <p:pic>
        <p:nvPicPr>
          <p:cNvPr id="3" name="Picture 2" descr="A blue leaf on a black background&#10;&#10;AI-generated content may be incorrect.">
            <a:extLst>
              <a:ext uri="{FF2B5EF4-FFF2-40B4-BE49-F238E27FC236}">
                <a16:creationId xmlns:a16="http://schemas.microsoft.com/office/drawing/2014/main" id="{B68BD559-5C7D-BCAB-EDFF-9A833E2B5876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flipH="1" flipV="1">
            <a:off x="6400800" y="6144768"/>
            <a:ext cx="2330721" cy="717107"/>
          </a:xfrm>
          <a:prstGeom prst="rect">
            <a:avLst/>
          </a:prstGeom>
        </p:spPr>
      </p:pic>
      <p:pic>
        <p:nvPicPr>
          <p:cNvPr id="5" name="Picture 4" descr="A blue leaf on a black background&#10;&#10;AI-generated content may be incorrect.">
            <a:extLst>
              <a:ext uri="{FF2B5EF4-FFF2-40B4-BE49-F238E27FC236}">
                <a16:creationId xmlns:a16="http://schemas.microsoft.com/office/drawing/2014/main" id="{351BF7C7-47D5-CE17-B30C-3114D6A147B5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148" b="-8356"/>
          <a:stretch>
            <a:fillRect/>
          </a:stretch>
        </p:blipFill>
        <p:spPr>
          <a:xfrm rot="16200000" flipV="1">
            <a:off x="3316541" y="5909308"/>
            <a:ext cx="609599" cy="1287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459880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1F14464-19AB-7D13-BD0E-2F857D32DD8F}"/>
              </a:ext>
            </a:extLst>
          </p:cNvPr>
          <p:cNvSpPr/>
          <p:nvPr/>
        </p:nvSpPr>
        <p:spPr>
          <a:xfrm>
            <a:off x="0" y="-1"/>
            <a:ext cx="749808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ACE19939-7641-D440-ED1C-43937E2E5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168" y="457200"/>
            <a:ext cx="3895344" cy="1664208"/>
          </a:xfrm>
        </p:spPr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457200" y="457200"/>
            <a:ext cx="6572925" cy="59436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863168" y="2315569"/>
            <a:ext cx="3894892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E9D974-688E-6389-B676-3716A5DCE50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874608" y="6126480"/>
            <a:ext cx="365760" cy="365125"/>
          </a:xfrm>
        </p:spPr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611A75-2855-5D82-EF5E-AC8CBFD270F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272204" y="6126480"/>
            <a:ext cx="2194560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AB728D-FE97-BBB3-3103-FB1096F0417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444766" y="6126480"/>
            <a:ext cx="1313294" cy="365125"/>
          </a:xfrm>
        </p:spPr>
        <p:txBody>
          <a:bodyPr/>
          <a:lstStyle/>
          <a:p>
            <a:fld id="{CEBAFC1B-AD29-C14A-91E0-0745420D0140}" type="datetime1">
              <a:rPr lang="en-US" smtClean="0"/>
              <a:t>9/17/2026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30972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0497F40-707E-796F-73DC-2241DB51A1A9}"/>
              </a:ext>
            </a:extLst>
          </p:cNvPr>
          <p:cNvSpPr/>
          <p:nvPr/>
        </p:nvSpPr>
        <p:spPr>
          <a:xfrm>
            <a:off x="4693920" y="-1"/>
            <a:ext cx="749808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87A1B64-CA7C-74CC-8184-E144FC103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3840480" cy="1664208"/>
          </a:xfrm>
        </p:spPr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199" y="2315569"/>
            <a:ext cx="3840480" cy="3657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ACCC24-AAEE-1EBE-5C8A-D731F7EDF25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DC2662-2578-560F-F095-F1A11F44A08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09077" y="6126480"/>
            <a:ext cx="2377440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CE15DD-1F7C-8AB3-8EFB-E573908E03A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3218354" y="6126480"/>
            <a:ext cx="1079325" cy="365125"/>
          </a:xfrm>
        </p:spPr>
        <p:txBody>
          <a:bodyPr/>
          <a:lstStyle/>
          <a:p>
            <a:fld id="{BCA30940-2954-AA4F-9BFF-1013B5D668D8}" type="datetime1">
              <a:rPr lang="en-US" smtClean="0"/>
              <a:t>9/17/2026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5156498" y="457200"/>
            <a:ext cx="6572925" cy="59436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51317654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CF65BFA-D1C6-FAD3-7B5D-029C855B189E}"/>
              </a:ext>
            </a:extLst>
          </p:cNvPr>
          <p:cNvSpPr/>
          <p:nvPr/>
        </p:nvSpPr>
        <p:spPr>
          <a:xfrm>
            <a:off x="0" y="-1"/>
            <a:ext cx="653796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0400" y="499533"/>
            <a:ext cx="4754880" cy="1328932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457200" y="457200"/>
            <a:ext cx="5626608" cy="59436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010400" y="1975104"/>
            <a:ext cx="4754880" cy="3931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8BE5B76-563B-3E92-FB3E-1D2C9717E8B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10400" y="6126480"/>
            <a:ext cx="365760" cy="365125"/>
          </a:xfrm>
        </p:spPr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D520868-4C6A-1C68-6ECA-7B1457F096A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7407996" y="6126480"/>
            <a:ext cx="2834640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3F3A40-40CC-8BCE-4C26-6B49E64D60B8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290220" y="6126480"/>
            <a:ext cx="1467840" cy="365125"/>
          </a:xfrm>
        </p:spPr>
        <p:txBody>
          <a:bodyPr/>
          <a:lstStyle/>
          <a:p>
            <a:fld id="{5A0B49E7-1C5B-AD4A-B8C0-4550FE0A0235}" type="datetime1">
              <a:rPr lang="en-US" smtClean="0"/>
              <a:t>9/17/2026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70343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298AE30-B0EC-6508-4AB4-7253892A47C9}"/>
              </a:ext>
            </a:extLst>
          </p:cNvPr>
          <p:cNvSpPr/>
          <p:nvPr/>
        </p:nvSpPr>
        <p:spPr>
          <a:xfrm>
            <a:off x="5516880" y="-1"/>
            <a:ext cx="667512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457200"/>
            <a:ext cx="4593619" cy="1288169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1" y="1920240"/>
            <a:ext cx="459349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9F9C4D3-7A66-D54C-679E-5F2210D54F3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92DF43-22E2-E52D-1677-E2ECB5B988C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09077" y="6126480"/>
            <a:ext cx="3200400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BCC0E3-6C08-1723-74E8-C1EF05EFFE0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041314" y="6126480"/>
            <a:ext cx="1009377" cy="365125"/>
          </a:xfrm>
        </p:spPr>
        <p:txBody>
          <a:bodyPr/>
          <a:lstStyle/>
          <a:p>
            <a:fld id="{948C343A-B82F-4143-9348-1F135B2BF1BF}" type="datetime1">
              <a:rPr lang="en-US" smtClean="0"/>
              <a:t>9/17/2026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6035040" y="457200"/>
            <a:ext cx="5661996" cy="59436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3521459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4E9926E-1454-088A-DAEE-81D8FCE1A622}"/>
              </a:ext>
            </a:extLst>
          </p:cNvPr>
          <p:cNvSpPr/>
          <p:nvPr/>
        </p:nvSpPr>
        <p:spPr>
          <a:xfrm>
            <a:off x="0" y="-1"/>
            <a:ext cx="12192000" cy="342900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880757"/>
            <a:ext cx="3044954" cy="2011680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83508" y="457200"/>
            <a:ext cx="11274552" cy="2528633"/>
          </a:xfrm>
          <a:blipFill dpi="0" rotWithShape="1">
            <a:blip r:embed="rId2">
              <a:alphaModFix amt="60000"/>
            </a:blip>
            <a:srcRect/>
            <a:stretch>
              <a:fillRect t="1" r="-233" b="-1750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79669" y="3880758"/>
            <a:ext cx="7900851" cy="201168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2A1C8-408E-D74D-B08B-E4740ED27994}" type="datetime1">
              <a:rPr lang="en-US" smtClean="0"/>
              <a:t>9/17/2026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62177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05840"/>
            <a:ext cx="3021873" cy="1297637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1AA3CE2-FA19-A0C1-5803-D6CB70AE52C4}"/>
              </a:ext>
            </a:extLst>
          </p:cNvPr>
          <p:cNvSpPr/>
          <p:nvPr/>
        </p:nvSpPr>
        <p:spPr>
          <a:xfrm>
            <a:off x="0" y="3636524"/>
            <a:ext cx="12192000" cy="322147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C6F2C2E6-D9FF-7960-30D4-3996CAF0E7A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411480" y="274320"/>
            <a:ext cx="365760" cy="365125"/>
          </a:xfrm>
        </p:spPr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E16CECD4-053E-15EE-496E-9BA230A307A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09077" y="274320"/>
            <a:ext cx="3724286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C77D76-068A-6817-DE61-41E5920B1A5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839459" y="274320"/>
            <a:ext cx="1918601" cy="365125"/>
          </a:xfrm>
        </p:spPr>
        <p:txBody>
          <a:bodyPr/>
          <a:lstStyle/>
          <a:p>
            <a:fld id="{74C1E1D0-99FC-0441-BDC2-0A5DDB99B607}" type="datetime1">
              <a:rPr lang="en-US" smtClean="0"/>
              <a:t>9/17/2026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53543" y="1005840"/>
            <a:ext cx="7904517" cy="21945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DB92F6E-55FC-C88B-734D-26D3B9923E6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84004" y="4128448"/>
            <a:ext cx="11274056" cy="2285305"/>
          </a:xfrm>
          <a:custGeom>
            <a:avLst/>
            <a:gdLst>
              <a:gd name="connsiteX0" fmla="*/ 0 w 12192000"/>
              <a:gd name="connsiteY0" fmla="*/ 0 h 3221477"/>
              <a:gd name="connsiteX1" fmla="*/ 12192000 w 12192000"/>
              <a:gd name="connsiteY1" fmla="*/ 0 h 3221477"/>
              <a:gd name="connsiteX2" fmla="*/ 12192000 w 12192000"/>
              <a:gd name="connsiteY2" fmla="*/ 3221477 h 3221477"/>
              <a:gd name="connsiteX3" fmla="*/ 0 w 12192000"/>
              <a:gd name="connsiteY3" fmla="*/ 3221477 h 3221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3221477">
                <a:moveTo>
                  <a:pt x="0" y="0"/>
                </a:moveTo>
                <a:lnTo>
                  <a:pt x="12192000" y="0"/>
                </a:lnTo>
                <a:lnTo>
                  <a:pt x="12192000" y="3221477"/>
                </a:lnTo>
                <a:lnTo>
                  <a:pt x="0" y="3221477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 l="2" t="227" r="-270" b="-952"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65830040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A049D46-A039-8FE9-795E-B9A09588FB81}"/>
              </a:ext>
            </a:extLst>
          </p:cNvPr>
          <p:cNvSpPr/>
          <p:nvPr/>
        </p:nvSpPr>
        <p:spPr>
          <a:xfrm>
            <a:off x="0" y="-1"/>
            <a:ext cx="4886325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1751" y="514175"/>
            <a:ext cx="6400800" cy="1315029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0F6718FE-EF5C-5023-A98D-91BFEF2C0337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457200" y="457200"/>
            <a:ext cx="3952393" cy="5943600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3108" y="1978488"/>
            <a:ext cx="6400800" cy="3931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E3CD20-9BC1-4411-A4E2-3B37C24049B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312105" y="6126480"/>
            <a:ext cx="365760" cy="365125"/>
          </a:xfrm>
        </p:spPr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45AD34-905D-5BB9-666C-2F8C95D63BE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709702" y="6126480"/>
            <a:ext cx="3975211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84FBA4-81B9-2387-9280-85A1A169CC2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4D2F5157-4209-D142-B123-F174FB18FA7D}" type="datetime1">
              <a:rPr lang="en-US" smtClean="0"/>
              <a:t>9/17/2026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76170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3B5BA68-BEB6-20D9-ED99-49AE2037C723}"/>
              </a:ext>
            </a:extLst>
          </p:cNvPr>
          <p:cNvSpPr/>
          <p:nvPr/>
        </p:nvSpPr>
        <p:spPr>
          <a:xfrm>
            <a:off x="7305675" y="-1"/>
            <a:ext cx="4886325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6428962" cy="1143000"/>
          </a:xfrm>
        </p:spPr>
        <p:txBody>
          <a:bodyPr anchor="b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199" y="1737360"/>
            <a:ext cx="6428963" cy="4228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A48AAF-8DE6-EAE0-C3BC-3EF1475AC6C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512C07-7A5F-BEB6-7A29-9DAB0CF47A6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EBBFD0-0424-7C4B-20AF-00D4497D7F3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539443" y="6126480"/>
            <a:ext cx="2346720" cy="365125"/>
          </a:xfrm>
        </p:spPr>
        <p:txBody>
          <a:bodyPr/>
          <a:lstStyle/>
          <a:p>
            <a:fld id="{D4039460-34D4-104F-A87D-31820CDD6266}" type="datetime1">
              <a:rPr lang="en-US" smtClean="0"/>
              <a:t>9/17/2026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7769731" y="457200"/>
            <a:ext cx="3958213" cy="59436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17642400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932688"/>
          </a:xfrm>
        </p:spPr>
        <p:txBody>
          <a:bodyPr anchor="t" anchorCtr="0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1480" y="1737360"/>
            <a:ext cx="4812154" cy="4206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6BFCA8-9BD5-0D66-6653-7B45B382C4F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A02138-E28D-3ED2-F911-171BA61DEEF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09077" y="6126480"/>
            <a:ext cx="3108960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315DE3-263F-5B56-80FE-04252DA7AFC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3949874" y="6126480"/>
            <a:ext cx="1273760" cy="365125"/>
          </a:xfrm>
        </p:spPr>
        <p:txBody>
          <a:bodyPr/>
          <a:lstStyle/>
          <a:p>
            <a:fld id="{1134199F-B77C-624E-8596-34C330D06B24}" type="datetime1">
              <a:rPr lang="en-US" smtClean="0"/>
              <a:t>9/17/2026</a:t>
            </a:fld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5658927" y="1737360"/>
            <a:ext cx="6533071" cy="5120640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 t="-463"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None/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31512996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457200"/>
            <a:ext cx="6589777" cy="932688"/>
          </a:xfrm>
        </p:spPr>
        <p:txBody>
          <a:bodyPr anchor="t" anchorCtr="0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0" y="1737360"/>
            <a:ext cx="4929188" cy="42076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71A5194B-746E-D0FD-A7D1-71D10560BCC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89759" y="1737360"/>
            <a:ext cx="5741992" cy="4207696"/>
          </a:xfrm>
          <a:custGeom>
            <a:avLst/>
            <a:gdLst>
              <a:gd name="connsiteX0" fmla="*/ 0 w 5560101"/>
              <a:gd name="connsiteY0" fmla="*/ 0 h 4074407"/>
              <a:gd name="connsiteX1" fmla="*/ 5560101 w 5560101"/>
              <a:gd name="connsiteY1" fmla="*/ 0 h 4074407"/>
              <a:gd name="connsiteX2" fmla="*/ 5560101 w 5560101"/>
              <a:gd name="connsiteY2" fmla="*/ 4074407 h 4074407"/>
              <a:gd name="connsiteX3" fmla="*/ 0 w 5560101"/>
              <a:gd name="connsiteY3" fmla="*/ 4074407 h 4074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60101" h="4074407">
                <a:moveTo>
                  <a:pt x="0" y="0"/>
                </a:moveTo>
                <a:lnTo>
                  <a:pt x="5560101" y="0"/>
                </a:lnTo>
                <a:lnTo>
                  <a:pt x="5560101" y="4074407"/>
                </a:lnTo>
                <a:lnTo>
                  <a:pt x="0" y="4074407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None/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A9E5AF-145E-4F1A-BB20-9409893575A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838992-9744-9F81-E393-2C3F1988DB6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D553C8-D720-0A9C-1422-FB597AA90E6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46D95950-DF64-8142-88A4-F8F59685720D}" type="datetime1">
              <a:rPr lang="en-US" smtClean="0"/>
              <a:t>9/17/2026</a:t>
            </a:fld>
            <a:endParaRPr lang="en-US"/>
          </a:p>
        </p:txBody>
      </p:sp>
      <p:pic>
        <p:nvPicPr>
          <p:cNvPr id="9" name="Picture 8" descr="A blue and black image of two birds&#10;&#10;AI-generated content may be incorrect.">
            <a:extLst>
              <a:ext uri="{FF2B5EF4-FFF2-40B4-BE49-F238E27FC236}">
                <a16:creationId xmlns:a16="http://schemas.microsoft.com/office/drawing/2014/main" id="{515AFBE3-40C6-81D7-9428-700F64A385D9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00544" y="-10989"/>
            <a:ext cx="4160520" cy="919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00341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457200"/>
            <a:ext cx="9857233" cy="932688"/>
          </a:xfrm>
        </p:spPr>
        <p:txBody>
          <a:bodyPr anchor="t" anchorCtr="0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737361"/>
            <a:ext cx="6533071" cy="5120640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 b="-463"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None/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03255" y="1737360"/>
            <a:ext cx="4663440" cy="42976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4937D0-8E8C-36F0-C09F-3935C5F5A18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98034" y="6126480"/>
            <a:ext cx="365760" cy="365125"/>
          </a:xfrm>
        </p:spPr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8A5FE1-47F3-1838-9838-5F3981F5C02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7495631" y="6126480"/>
            <a:ext cx="2818801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FADA45-5086-049B-5151-875044D0EB2B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314432" y="6126480"/>
            <a:ext cx="1443628" cy="365125"/>
          </a:xfrm>
        </p:spPr>
        <p:txBody>
          <a:bodyPr/>
          <a:lstStyle/>
          <a:p>
            <a:fld id="{05030E4E-627B-D64F-876E-5B4D0895463B}" type="datetime1">
              <a:rPr lang="en-US" smtClean="0"/>
              <a:t>9/17/2026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34749E5-FB47-A780-BB70-15427C5C9C79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46924" r="48863"/>
          <a:stretch>
            <a:fillRect/>
          </a:stretch>
        </p:blipFill>
        <p:spPr>
          <a:xfrm>
            <a:off x="10841171" y="-1694"/>
            <a:ext cx="1350829" cy="707766"/>
          </a:xfrm>
          <a:prstGeom prst="rect">
            <a:avLst/>
          </a:prstGeom>
        </p:spPr>
      </p:pic>
      <p:pic>
        <p:nvPicPr>
          <p:cNvPr id="7" name="Picture 6" descr="A blue leaf on a black background&#10;&#10;AI-generated content may be incorrect.">
            <a:extLst>
              <a:ext uri="{FF2B5EF4-FFF2-40B4-BE49-F238E27FC236}">
                <a16:creationId xmlns:a16="http://schemas.microsoft.com/office/drawing/2014/main" id="{CC4A5946-E946-3908-F594-36D825BAA616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6753" b="-3752"/>
          <a:stretch>
            <a:fillRect/>
          </a:stretch>
        </p:blipFill>
        <p:spPr>
          <a:xfrm rot="16200000" flipH="1">
            <a:off x="10305612" y="-161869"/>
            <a:ext cx="611235" cy="934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90147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6976" y="457200"/>
            <a:ext cx="7315200" cy="1005840"/>
          </a:xfrm>
        </p:spPr>
        <p:txBody>
          <a:bodyPr anchor="b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02336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06976" y="1554480"/>
            <a:ext cx="7315200" cy="4480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8CCFB6-66BF-D5A2-4EF3-833708DF04F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4506976" y="6126480"/>
            <a:ext cx="365760" cy="365125"/>
          </a:xfrm>
        </p:spPr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ABAED9-FD69-CDB3-CE31-233F9E999A5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904572" y="6126480"/>
            <a:ext cx="3657600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8C4576-1D70-8D69-935F-F5841843BF28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3EB7EF76-FB1E-EA44-B271-29D75F3FBB25}" type="datetime1">
              <a:rPr lang="en-US" smtClean="0"/>
              <a:t>9/17/2026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95269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7315200" cy="914400"/>
          </a:xfrm>
        </p:spPr>
        <p:txBody>
          <a:bodyPr anchor="b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0" y="1554480"/>
            <a:ext cx="7315200" cy="4480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5D31AD-BC5C-0681-77D2-AA2DD3FACC0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7CFFF4-D46A-BAF9-7B12-CCCCD9D4B9E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F3D3FC-835B-4DD5-6FB4-1C61B80E1E7E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782614" y="6126480"/>
            <a:ext cx="1989786" cy="365125"/>
          </a:xfrm>
        </p:spPr>
        <p:txBody>
          <a:bodyPr/>
          <a:lstStyle/>
          <a:p>
            <a:fld id="{45042452-74AC-7E41-8CDA-7073C00E876C}" type="datetime1">
              <a:rPr lang="en-US" smtClean="0"/>
              <a:t>9/17/2026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74182" y="0"/>
            <a:ext cx="4017817" cy="6858000"/>
          </a:xfrm>
          <a:blipFill dpi="0" rotWithShape="1">
            <a:blip r:embed="rId2">
              <a:alphaModFix amt="60000"/>
            </a:blip>
            <a:srcRect/>
            <a:stretch>
              <a:fillRect l="-2052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63979480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4564763" cy="1269482"/>
          </a:xfrm>
        </p:spPr>
        <p:txBody>
          <a:bodyPr anchor="t">
            <a:no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7200" y="1968816"/>
            <a:ext cx="4564763" cy="3963682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00688" y="457200"/>
            <a:ext cx="6217920" cy="54752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D6359-BBC3-9E40-B171-C99E9F4933E9}" type="datetime1">
              <a:rPr lang="en-US" smtClean="0"/>
              <a:t>9/17/2026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14897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57200"/>
            <a:ext cx="3540760" cy="1316347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7200" y="2089842"/>
            <a:ext cx="3540760" cy="385375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59" y="457200"/>
            <a:ext cx="7254239" cy="5669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BEBE4-268E-1643-A712-CC93702C9C05}" type="datetime1">
              <a:rPr lang="en-US" smtClean="0"/>
              <a:t>9/17/2026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10221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199" y="4893733"/>
            <a:ext cx="9762068" cy="1059806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defRPr sz="2000" b="0" i="0" spc="100" baseline="0">
                <a:solidFill>
                  <a:schemeClr val="tx1"/>
                </a:solidFill>
                <a:latin typeface="+mn-lt"/>
                <a:ea typeface="Source Sans Pro Light" panose="020B0403030403020204" pitchFamily="34" charset="0"/>
                <a:cs typeface="Cordia New" panose="020B0304020202020204" pitchFamily="34" charset="-3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031070" y="457200"/>
            <a:ext cx="8129861" cy="4536141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7000" b="0">
                <a:solidFill>
                  <a:schemeClr val="tx1"/>
                </a:solidFill>
                <a:latin typeface="+mj-lt"/>
                <a:cs typeface="Urdu Typesetting" panose="03020402040406030203" pitchFamily="66" charset="-78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7E66D84-D695-C745-96DB-748C5AC7D514}" type="datetime1">
              <a:rPr lang="en-US" smtClean="0"/>
              <a:t>9/17/2026</a:t>
            </a:fld>
            <a:endParaRPr lang="en-US"/>
          </a:p>
        </p:txBody>
      </p:sp>
      <p:pic>
        <p:nvPicPr>
          <p:cNvPr id="8" name="Picture 7" descr="Blue leaves on a black background&#10;&#10;AI-generated content may be incorrect.">
            <a:extLst>
              <a:ext uri="{FF2B5EF4-FFF2-40B4-BE49-F238E27FC236}">
                <a16:creationId xmlns:a16="http://schemas.microsoft.com/office/drawing/2014/main" id="{7937E1ED-1028-57A9-8653-199F587CAA1F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2560320"/>
            <a:ext cx="1917700" cy="134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480568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6152" y="4892040"/>
            <a:ext cx="9762068" cy="1060704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defRPr sz="2000" b="0" i="0" spc="100" baseline="0">
                <a:solidFill>
                  <a:schemeClr val="tx2"/>
                </a:solidFill>
                <a:latin typeface="+mn-lt"/>
                <a:ea typeface="Source Sans Pro Light" panose="020B0403030403020204" pitchFamily="34" charset="0"/>
                <a:cs typeface="Cordia New" panose="020B0304020202020204" pitchFamily="34" charset="-3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438400" y="457200"/>
            <a:ext cx="7315200" cy="4535424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7000" b="0">
                <a:solidFill>
                  <a:schemeClr val="tx2"/>
                </a:solidFill>
                <a:latin typeface="+mj-lt"/>
                <a:cs typeface="Urdu Typesetting" panose="03020402040406030203" pitchFamily="66" charset="-78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>
              <a:solidFill>
                <a:schemeClr val="tx2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>
              <a:solidFill>
                <a:schemeClr val="tx2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B814E37-7324-6845-87AB-412490586DE2}" type="datetime1">
              <a:rPr lang="en-US" smtClean="0">
                <a:solidFill>
                  <a:schemeClr val="tx2"/>
                </a:solidFill>
              </a:rPr>
              <a:t>9/17/2026</a:t>
            </a:fld>
            <a:endParaRPr lang="en-US">
              <a:solidFill>
                <a:schemeClr val="tx2"/>
              </a:solidFill>
            </a:endParaRPr>
          </a:p>
        </p:txBody>
      </p:sp>
      <p:pic>
        <p:nvPicPr>
          <p:cNvPr id="8" name="Picture 7" descr="Blue leaves on a black background&#10;&#10;AI-generated content may be incorrect.">
            <a:extLst>
              <a:ext uri="{FF2B5EF4-FFF2-40B4-BE49-F238E27FC236}">
                <a16:creationId xmlns:a16="http://schemas.microsoft.com/office/drawing/2014/main" id="{0880C214-5B6A-CB20-C2B7-43282B9B191F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2560320"/>
            <a:ext cx="1917700" cy="134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212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lue leaves in a circle&#10;&#10;AI-generated content may be incorrect.">
            <a:extLst>
              <a:ext uri="{FF2B5EF4-FFF2-40B4-BE49-F238E27FC236}">
                <a16:creationId xmlns:a16="http://schemas.microsoft.com/office/drawing/2014/main" id="{BF0F0DCE-304C-EF8B-B97E-382148327D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02847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2800" y="4397696"/>
            <a:ext cx="5486400" cy="1463040"/>
          </a:xfrm>
        </p:spPr>
        <p:txBody>
          <a:bodyPr anchor="t" anchorCtr="0">
            <a:normAutofit/>
          </a:bodyPr>
          <a:lstStyle>
            <a:lvl1pPr algn="ctr">
              <a:lnSpc>
                <a:spcPct val="110000"/>
              </a:lnSpc>
              <a:defRPr sz="1800" b="0" i="0" spc="100" baseline="0">
                <a:solidFill>
                  <a:schemeClr val="tx2"/>
                </a:solidFill>
                <a:latin typeface="+mn-lt"/>
                <a:ea typeface="Source Sans Pro Light" panose="020B0403030403020204" pitchFamily="34" charset="0"/>
                <a:cs typeface="Cordia New" panose="020B0304020202020204" pitchFamily="34" charset="-3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074069" y="1171579"/>
            <a:ext cx="8043862" cy="356616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5000" b="0">
                <a:solidFill>
                  <a:schemeClr val="tx2"/>
                </a:solidFill>
                <a:latin typeface="+mj-lt"/>
                <a:cs typeface="Urdu Typesetting" panose="03020402040406030203" pitchFamily="66" charset="-78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34258235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752600" y="365760"/>
            <a:ext cx="8686800" cy="5486400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ct val="80000"/>
              </a:lnSpc>
              <a:buNone/>
              <a:defRPr sz="6600" b="0" cap="all" baseline="0">
                <a:solidFill>
                  <a:schemeClr val="tx1"/>
                </a:solidFill>
                <a:latin typeface="+mj-lt"/>
                <a:cs typeface="Urdu Typesetting" panose="03020402040406030203" pitchFamily="66" charset="-78"/>
              </a:defRPr>
            </a:lvl1pPr>
            <a:lvl2pPr marL="228600" indent="0" algn="ctr">
              <a:lnSpc>
                <a:spcPct val="80000"/>
              </a:lnSpc>
              <a:buNone/>
              <a:defRPr sz="6000" b="0" cap="all" baseline="0">
                <a:solidFill>
                  <a:schemeClr val="tx1"/>
                </a:solidFill>
                <a:latin typeface="+mj-lt"/>
                <a:cs typeface="Urdu Typesetting" panose="03020402040406030203" pitchFamily="66" charset="-78"/>
              </a:defRPr>
            </a:lvl2pPr>
            <a:lvl3pPr marL="457200" indent="0" algn="ctr">
              <a:lnSpc>
                <a:spcPct val="80000"/>
              </a:lnSpc>
              <a:buNone/>
              <a:defRPr sz="5400" b="0" cap="all" baseline="0">
                <a:solidFill>
                  <a:schemeClr val="tx1"/>
                </a:solidFill>
                <a:latin typeface="+mj-lt"/>
                <a:cs typeface="Urdu Typesetting" panose="03020402040406030203" pitchFamily="66" charset="-78"/>
              </a:defRPr>
            </a:lvl3pPr>
            <a:lvl4pPr marL="685800" indent="0" algn="ctr">
              <a:lnSpc>
                <a:spcPct val="80000"/>
              </a:lnSpc>
              <a:buNone/>
              <a:defRPr sz="4800" b="0" cap="all" baseline="0">
                <a:solidFill>
                  <a:schemeClr val="tx1"/>
                </a:solidFill>
                <a:latin typeface="+mj-lt"/>
                <a:cs typeface="Urdu Typesetting" panose="03020402040406030203" pitchFamily="66" charset="-78"/>
              </a:defRPr>
            </a:lvl4pPr>
            <a:lvl5pPr marL="914400" indent="0" algn="ctr">
              <a:lnSpc>
                <a:spcPct val="80000"/>
              </a:lnSpc>
              <a:buNone/>
              <a:defRPr sz="4400" b="0" cap="all" baseline="0">
                <a:solidFill>
                  <a:schemeClr val="tx1"/>
                </a:solidFill>
                <a:latin typeface="+mj-lt"/>
                <a:cs typeface="Urdu Typesetting" panose="03020402040406030203" pitchFamily="66" charset="-78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944B1-A93B-F147-9A5A-D2620572B4B1}" type="datetime1">
              <a:rPr lang="en-US" smtClean="0"/>
              <a:t>9/17/2026</a:t>
            </a:fld>
            <a:endParaRPr lang="en-US"/>
          </a:p>
        </p:txBody>
      </p:sp>
      <p:pic>
        <p:nvPicPr>
          <p:cNvPr id="10" name="Picture 9" descr="A blue and black image of two birds&#10;&#10;AI-generated content may be incorrect.">
            <a:extLst>
              <a:ext uri="{FF2B5EF4-FFF2-40B4-BE49-F238E27FC236}">
                <a16:creationId xmlns:a16="http://schemas.microsoft.com/office/drawing/2014/main" id="{296154C5-7B40-49CB-E343-73980D8C709A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9654540" y="3003334"/>
            <a:ext cx="4160520" cy="914400"/>
          </a:xfrm>
          <a:prstGeom prst="rect">
            <a:avLst/>
          </a:prstGeom>
        </p:spPr>
      </p:pic>
      <p:pic>
        <p:nvPicPr>
          <p:cNvPr id="12" name="Picture 11" descr="A blue leafy plant&#10;&#10;AI-generated content may be incorrect.">
            <a:extLst>
              <a:ext uri="{FF2B5EF4-FFF2-40B4-BE49-F238E27FC236}">
                <a16:creationId xmlns:a16="http://schemas.microsoft.com/office/drawing/2014/main" id="{C5608801-CE38-1990-EC36-5F382F3AC339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7073"/>
          <a:stretch>
            <a:fillRect/>
          </a:stretch>
        </p:blipFill>
        <p:spPr>
          <a:xfrm>
            <a:off x="0" y="157646"/>
            <a:ext cx="1757091" cy="1460378"/>
          </a:xfrm>
          <a:prstGeom prst="rect">
            <a:avLst/>
          </a:prstGeom>
        </p:spPr>
      </p:pic>
      <p:pic>
        <p:nvPicPr>
          <p:cNvPr id="13" name="Picture 12" descr="A blue leaf on a black background&#10;&#10;AI-generated content may be incorrect.">
            <a:extLst>
              <a:ext uri="{FF2B5EF4-FFF2-40B4-BE49-F238E27FC236}">
                <a16:creationId xmlns:a16="http://schemas.microsoft.com/office/drawing/2014/main" id="{497485C4-99A6-761F-6BC9-2157F7BE1AB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rot="16200000" flipH="1">
            <a:off x="-1163538" y="2885078"/>
            <a:ext cx="3361254" cy="1034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18518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lue leaves on a black background&#10;&#10;AI-generated content may be incorrect.">
            <a:extLst>
              <a:ext uri="{FF2B5EF4-FFF2-40B4-BE49-F238E27FC236}">
                <a16:creationId xmlns:a16="http://schemas.microsoft.com/office/drawing/2014/main" id="{FF848890-CE01-9C1B-6EF2-542D922D1A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0" y="0"/>
            <a:ext cx="7031307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15024" y="1040528"/>
            <a:ext cx="5843035" cy="457200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80000"/>
              </a:lnSpc>
              <a:buNone/>
              <a:defRPr sz="4800" b="0" cap="all" baseline="0">
                <a:solidFill>
                  <a:schemeClr val="tx2"/>
                </a:solidFill>
                <a:latin typeface="+mj-lt"/>
                <a:cs typeface="Urdu Typesetting" panose="03020402040406030203" pitchFamily="66" charset="-78"/>
              </a:defRPr>
            </a:lvl1pPr>
            <a:lvl2pPr marL="228600" indent="0">
              <a:lnSpc>
                <a:spcPct val="80000"/>
              </a:lnSpc>
              <a:buNone/>
              <a:defRPr sz="4400" b="0" cap="all" baseline="0">
                <a:solidFill>
                  <a:schemeClr val="tx2"/>
                </a:solidFill>
                <a:latin typeface="+mj-lt"/>
                <a:cs typeface="Urdu Typesetting" panose="03020402040406030203" pitchFamily="66" charset="-78"/>
              </a:defRPr>
            </a:lvl2pPr>
            <a:lvl3pPr marL="457200" indent="0">
              <a:lnSpc>
                <a:spcPct val="80000"/>
              </a:lnSpc>
              <a:buNone/>
              <a:defRPr sz="4000" b="0" cap="all" baseline="0">
                <a:solidFill>
                  <a:schemeClr val="tx2"/>
                </a:solidFill>
                <a:latin typeface="+mj-lt"/>
                <a:cs typeface="Urdu Typesetting" panose="03020402040406030203" pitchFamily="66" charset="-78"/>
              </a:defRPr>
            </a:lvl3pPr>
            <a:lvl4pPr marL="685800" indent="0">
              <a:lnSpc>
                <a:spcPct val="80000"/>
              </a:lnSpc>
              <a:buNone/>
              <a:defRPr sz="3600" b="0" cap="all" baseline="0">
                <a:solidFill>
                  <a:schemeClr val="tx2"/>
                </a:solidFill>
                <a:latin typeface="+mj-lt"/>
                <a:cs typeface="Urdu Typesetting" panose="03020402040406030203" pitchFamily="66" charset="-78"/>
              </a:defRPr>
            </a:lvl4pPr>
            <a:lvl5pPr marL="914400" indent="0">
              <a:lnSpc>
                <a:spcPct val="80000"/>
              </a:lnSpc>
              <a:buNone/>
              <a:defRPr sz="3200" b="0" cap="all" baseline="0">
                <a:solidFill>
                  <a:schemeClr val="tx2"/>
                </a:solidFill>
                <a:latin typeface="+mj-lt"/>
                <a:cs typeface="Urdu Typesetting" panose="03020402040406030203" pitchFamily="66" charset="-78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061134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160B913-2D3E-D2F1-2DC5-E8D1EB38E455}"/>
              </a:ext>
            </a:extLst>
          </p:cNvPr>
          <p:cNvSpPr/>
          <p:nvPr/>
        </p:nvSpPr>
        <p:spPr>
          <a:xfrm>
            <a:off x="411480" y="408561"/>
            <a:ext cx="11346580" cy="547788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F6E1CB6-4A50-1364-430B-EF249B6D001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22960" y="1280160"/>
            <a:ext cx="10515600" cy="4114800"/>
          </a:xfrm>
        </p:spPr>
        <p:txBody>
          <a:bodyPr anchor="ctr">
            <a:noAutofit/>
          </a:bodyPr>
          <a:lstStyle>
            <a:lvl1pPr marL="0" indent="0">
              <a:lnSpc>
                <a:spcPct val="80000"/>
              </a:lnSpc>
              <a:buNone/>
              <a:defRPr sz="6600" b="0" cap="all" baseline="0">
                <a:solidFill>
                  <a:schemeClr val="tx1"/>
                </a:solidFill>
                <a:latin typeface="+mj-lt"/>
                <a:cs typeface="Urdu Typesetting" panose="03020402040406030203" pitchFamily="66" charset="-78"/>
              </a:defRPr>
            </a:lvl1pPr>
            <a:lvl2pPr marL="228600" indent="0">
              <a:lnSpc>
                <a:spcPct val="80000"/>
              </a:lnSpc>
              <a:buNone/>
              <a:defRPr sz="6600" b="0" cap="all" baseline="0">
                <a:solidFill>
                  <a:schemeClr val="tx1"/>
                </a:solidFill>
                <a:latin typeface="+mj-lt"/>
                <a:cs typeface="Urdu Typesetting" panose="03020402040406030203" pitchFamily="66" charset="-78"/>
              </a:defRPr>
            </a:lvl2pPr>
            <a:lvl3pPr marL="457200" indent="0">
              <a:lnSpc>
                <a:spcPct val="80000"/>
              </a:lnSpc>
              <a:buNone/>
              <a:defRPr sz="6600" b="0" cap="all" baseline="0">
                <a:solidFill>
                  <a:schemeClr val="tx1"/>
                </a:solidFill>
                <a:latin typeface="+mj-lt"/>
                <a:cs typeface="Urdu Typesetting" panose="03020402040406030203" pitchFamily="66" charset="-78"/>
              </a:defRPr>
            </a:lvl3pPr>
            <a:lvl4pPr marL="685800" indent="0">
              <a:lnSpc>
                <a:spcPct val="80000"/>
              </a:lnSpc>
              <a:buNone/>
              <a:defRPr sz="6600" b="0" cap="all" baseline="0">
                <a:solidFill>
                  <a:schemeClr val="tx1"/>
                </a:solidFill>
                <a:latin typeface="+mj-lt"/>
                <a:cs typeface="Urdu Typesetting" panose="03020402040406030203" pitchFamily="66" charset="-78"/>
              </a:defRPr>
            </a:lvl4pPr>
            <a:lvl5pPr marL="914400" indent="0">
              <a:lnSpc>
                <a:spcPct val="80000"/>
              </a:lnSpc>
              <a:buNone/>
              <a:defRPr sz="6600" b="0" cap="all" baseline="0">
                <a:solidFill>
                  <a:schemeClr val="tx1"/>
                </a:solidFill>
                <a:latin typeface="+mj-lt"/>
                <a:cs typeface="Urdu Typesetting" panose="03020402040406030203" pitchFamily="66" charset="-78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A1C0D-A5B5-3D43-825A-85FAF7F7BC22}" type="datetime1">
              <a:rPr lang="en-US" smtClean="0"/>
              <a:t>9/17/2026</a:t>
            </a:fld>
            <a:endParaRPr lang="en-US"/>
          </a:p>
        </p:txBody>
      </p:sp>
      <p:pic>
        <p:nvPicPr>
          <p:cNvPr id="9" name="Picture 8" descr="A blue and black image of two birds&#10;&#10;AI-generated content may be incorrect.">
            <a:extLst>
              <a:ext uri="{FF2B5EF4-FFF2-40B4-BE49-F238E27FC236}">
                <a16:creationId xmlns:a16="http://schemas.microsoft.com/office/drawing/2014/main" id="{1CCED1F3-3CEB-D840-3519-74AC605E8DC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4400" y="0"/>
            <a:ext cx="4160520" cy="919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12300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Blue leaves on a black background&#10;&#10;AI-generated content may be incorrect.">
            <a:extLst>
              <a:ext uri="{FF2B5EF4-FFF2-40B4-BE49-F238E27FC236}">
                <a16:creationId xmlns:a16="http://schemas.microsoft.com/office/drawing/2014/main" id="{D25D851B-A4D3-5C99-951A-68207FA268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0693" y="0"/>
            <a:ext cx="7031307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5195516"/>
            <a:ext cx="5760720" cy="640080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b="0" i="0" spc="100" baseline="0">
                <a:solidFill>
                  <a:schemeClr val="tx1"/>
                </a:solidFill>
                <a:latin typeface="+mn-lt"/>
                <a:ea typeface="Source Sans Pro Light" panose="020B0403030403020204" pitchFamily="34" charset="0"/>
                <a:cs typeface="Cordia New" panose="020B0304020202020204" pitchFamily="34" charset="-34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0" y="457200"/>
            <a:ext cx="5760720" cy="4579422"/>
          </a:xfrm>
        </p:spPr>
        <p:txBody>
          <a:bodyPr anchor="ctr" anchorCtr="0">
            <a:normAutofit/>
          </a:bodyPr>
          <a:lstStyle>
            <a:lvl1pPr marL="0" indent="-164592">
              <a:lnSpc>
                <a:spcPct val="80000"/>
              </a:lnSpc>
              <a:spcBef>
                <a:spcPts val="0"/>
              </a:spcBef>
              <a:buNone/>
              <a:defRPr sz="4400" cap="all" spc="0" baseline="0">
                <a:latin typeface="+mj-lt"/>
                <a:cs typeface="Urdu Typesetting" panose="03020402040406030203" pitchFamily="66" charset="-78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131796645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89600" y="4941517"/>
            <a:ext cx="5588000" cy="640080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b="0" i="0" spc="100" baseline="0">
                <a:solidFill>
                  <a:schemeClr val="tx1"/>
                </a:solidFill>
                <a:latin typeface="+mn-lt"/>
                <a:ea typeface="Source Sans Pro Light" panose="020B0403030403020204" pitchFamily="34" charset="0"/>
                <a:cs typeface="Cordia New" panose="020B0304020202020204" pitchFamily="34" charset="-34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689600" y="1049867"/>
            <a:ext cx="5588000" cy="3657597"/>
          </a:xfrm>
        </p:spPr>
        <p:txBody>
          <a:bodyPr anchor="ctr" anchorCtr="0">
            <a:normAutofit/>
          </a:bodyPr>
          <a:lstStyle>
            <a:lvl1pPr marL="0" indent="-164592">
              <a:lnSpc>
                <a:spcPct val="80000"/>
              </a:lnSpc>
              <a:spcBef>
                <a:spcPts val="0"/>
              </a:spcBef>
              <a:buNone/>
              <a:defRPr sz="4800" cap="all" spc="0" baseline="0">
                <a:latin typeface="+mj-lt"/>
                <a:cs typeface="Urdu Typesetting" panose="03020402040406030203" pitchFamily="66" charset="-78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2D73AE9-869B-7BF3-50A5-234196163F7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E3FEB0EA-071D-4499-B42D-F2B8EA05084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1B50E06B-939B-0AAF-0ECC-655004CFE61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77E73F5-CCA3-444E-8B15-361BEE3A4343}" type="datetime1">
              <a:rPr lang="en-US" smtClean="0"/>
              <a:t>9/17/2026</a:t>
            </a:fld>
            <a:endParaRPr lang="en-US"/>
          </a:p>
        </p:txBody>
      </p:sp>
      <p:pic>
        <p:nvPicPr>
          <p:cNvPr id="4" name="Picture 3" descr="A lemon on a branch&#10;&#10;AI-generated content may be incorrect.">
            <a:extLst>
              <a:ext uri="{FF2B5EF4-FFF2-40B4-BE49-F238E27FC236}">
                <a16:creationId xmlns:a16="http://schemas.microsoft.com/office/drawing/2014/main" id="{6C8943F9-BACC-FB6D-553E-E3ABEBDAF8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077" y="935877"/>
            <a:ext cx="4131220" cy="4645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843391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09800" y="4955722"/>
            <a:ext cx="7772400" cy="669472"/>
          </a:xfrm>
        </p:spPr>
        <p:txBody>
          <a:bodyPr anchor="ctr">
            <a:normAutofit/>
          </a:bodyPr>
          <a:lstStyle>
            <a:lvl1pPr algn="ctr">
              <a:lnSpc>
                <a:spcPct val="120000"/>
              </a:lnSpc>
              <a:defRPr sz="1800" b="0" i="0" spc="100" baseline="0">
                <a:solidFill>
                  <a:schemeClr val="tx2"/>
                </a:solidFill>
                <a:latin typeface="+mn-lt"/>
                <a:ea typeface="Source Sans Pro Light" panose="020B0403030403020204" pitchFamily="34" charset="0"/>
                <a:cs typeface="Cordia New" panose="020B0304020202020204" pitchFamily="34" charset="-34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209800" y="1344168"/>
            <a:ext cx="7772400" cy="3291840"/>
          </a:xfrm>
        </p:spPr>
        <p:txBody>
          <a:bodyPr anchor="ctr">
            <a:normAutofit/>
          </a:bodyPr>
          <a:lstStyle>
            <a:lvl1pPr marL="0" indent="-164592" algn="ctr">
              <a:lnSpc>
                <a:spcPct val="80000"/>
              </a:lnSpc>
              <a:spcBef>
                <a:spcPts val="0"/>
              </a:spcBef>
              <a:buNone/>
              <a:defRPr sz="4000" cap="all" spc="0" baseline="0">
                <a:solidFill>
                  <a:schemeClr val="tx2"/>
                </a:solidFill>
                <a:latin typeface="+mj-lt"/>
                <a:cs typeface="Urdu Typesetting" panose="03020402040406030203" pitchFamily="66" charset="-78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pic>
        <p:nvPicPr>
          <p:cNvPr id="10" name="Picture 9" descr="A blue leaf on a black background&#10;&#10;AI-generated content may be incorrect.">
            <a:extLst>
              <a:ext uri="{FF2B5EF4-FFF2-40B4-BE49-F238E27FC236}">
                <a16:creationId xmlns:a16="http://schemas.microsoft.com/office/drawing/2014/main" id="{E1FAE426-B259-9B7E-DA6B-E052E1FCE6B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41628"/>
          <a:stretch>
            <a:fillRect/>
          </a:stretch>
        </p:blipFill>
        <p:spPr>
          <a:xfrm flipH="1">
            <a:off x="1638457" y="-1"/>
            <a:ext cx="3509674" cy="1034177"/>
          </a:xfrm>
          <a:prstGeom prst="rect">
            <a:avLst/>
          </a:prstGeom>
        </p:spPr>
      </p:pic>
      <p:pic>
        <p:nvPicPr>
          <p:cNvPr id="11" name="Picture 10" descr="Blue leaves on a black background&#10;&#10;AI-generated content may be incorrect.">
            <a:extLst>
              <a:ext uri="{FF2B5EF4-FFF2-40B4-BE49-F238E27FC236}">
                <a16:creationId xmlns:a16="http://schemas.microsoft.com/office/drawing/2014/main" id="{0A0E2D79-EB43-8B87-7AC2-A0043A5E3F8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804153"/>
            <a:ext cx="1917700" cy="1346200"/>
          </a:xfrm>
          <a:prstGeom prst="rect">
            <a:avLst/>
          </a:prstGeom>
        </p:spPr>
      </p:pic>
      <p:pic>
        <p:nvPicPr>
          <p:cNvPr id="12" name="Picture 11" descr="Blue leaves on a black background&#10;&#10;AI-generated content may be incorrect.">
            <a:extLst>
              <a:ext uri="{FF2B5EF4-FFF2-40B4-BE49-F238E27FC236}">
                <a16:creationId xmlns:a16="http://schemas.microsoft.com/office/drawing/2014/main" id="{7373C030-FF01-D4D1-E8D8-0EE4E6036E10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 flipV="1">
            <a:off x="10171959" y="780706"/>
            <a:ext cx="2020041" cy="1418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10433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Blue leaves in a circle&#10;&#10;AI-generated content may be incorrect.">
            <a:extLst>
              <a:ext uri="{FF2B5EF4-FFF2-40B4-BE49-F238E27FC236}">
                <a16:creationId xmlns:a16="http://schemas.microsoft.com/office/drawing/2014/main" id="{E981F3B3-629F-D680-2DF2-E8D2A2A6BC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02847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52800" y="4782298"/>
            <a:ext cx="5486400" cy="669472"/>
          </a:xfrm>
        </p:spPr>
        <p:txBody>
          <a:bodyPr anchor="ctr">
            <a:normAutofit/>
          </a:bodyPr>
          <a:lstStyle>
            <a:lvl1pPr algn="ctr">
              <a:lnSpc>
                <a:spcPct val="120000"/>
              </a:lnSpc>
              <a:defRPr sz="1800" b="0" i="0" spc="100" baseline="0">
                <a:solidFill>
                  <a:schemeClr val="tx2"/>
                </a:solidFill>
                <a:latin typeface="+mn-lt"/>
                <a:ea typeface="Source Sans Pro Light" panose="020B0403030403020204" pitchFamily="34" charset="0"/>
                <a:cs typeface="Cordia New" panose="020B0304020202020204" pitchFamily="34" charset="-34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804160" y="1344168"/>
            <a:ext cx="6583680" cy="3291840"/>
          </a:xfrm>
        </p:spPr>
        <p:txBody>
          <a:bodyPr anchor="ctr">
            <a:normAutofit/>
          </a:bodyPr>
          <a:lstStyle>
            <a:lvl1pPr marL="0" indent="-164592" algn="ctr">
              <a:lnSpc>
                <a:spcPct val="80000"/>
              </a:lnSpc>
              <a:spcBef>
                <a:spcPts val="0"/>
              </a:spcBef>
              <a:buNone/>
              <a:defRPr sz="4000" cap="all" spc="0" baseline="0">
                <a:solidFill>
                  <a:schemeClr val="tx2"/>
                </a:solidFill>
                <a:latin typeface="+mj-lt"/>
                <a:cs typeface="Urdu Typesetting" panose="03020402040406030203" pitchFamily="66" charset="-78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30339491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AE60374-D5A7-578F-94DF-B3AE40A63D76}"/>
              </a:ext>
            </a:extLst>
          </p:cNvPr>
          <p:cNvSpPr/>
          <p:nvPr/>
        </p:nvSpPr>
        <p:spPr>
          <a:xfrm>
            <a:off x="411480" y="408561"/>
            <a:ext cx="11346580" cy="547788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A60FC988-C014-CA7D-7F26-4EDC152955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79838" y="4553078"/>
            <a:ext cx="5638800" cy="788610"/>
          </a:xfrm>
        </p:spPr>
        <p:txBody>
          <a:bodyPr/>
          <a:lstStyle>
            <a:lvl1pPr>
              <a:lnSpc>
                <a:spcPct val="120000"/>
              </a:lnSpc>
              <a:defRPr sz="1800" spc="100" baseline="0"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F4BC7C1D-C941-64F4-959E-B9487BF4CD0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2579837" y="1047879"/>
            <a:ext cx="8483601" cy="3371850"/>
          </a:xfrm>
        </p:spPr>
        <p:txBody>
          <a:bodyPr anchor="ctr"/>
          <a:lstStyle>
            <a:lvl1pPr indent="0">
              <a:lnSpc>
                <a:spcPct val="80000"/>
              </a:lnSpc>
              <a:buNone/>
              <a:defRPr sz="5400" cap="all" baseline="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628BD-4B0C-2949-B92B-496E78197D17}" type="datetime1">
              <a:rPr lang="en-US" smtClean="0"/>
              <a:t>9/17/2026</a:t>
            </a:fld>
            <a:endParaRPr lang="en-US"/>
          </a:p>
        </p:txBody>
      </p:sp>
      <p:pic>
        <p:nvPicPr>
          <p:cNvPr id="9" name="Picture 8" descr="Blue leaves on a black background&#10;&#10;AI-generated content may be incorrect.">
            <a:extLst>
              <a:ext uri="{FF2B5EF4-FFF2-40B4-BE49-F238E27FC236}">
                <a16:creationId xmlns:a16="http://schemas.microsoft.com/office/drawing/2014/main" id="{AD9087A2-9DF4-E9FD-70DE-819B7480EA6C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2560320"/>
            <a:ext cx="1917700" cy="134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76831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leaf on a black background&#10;&#10;AI-generated content may be incorrect.">
            <a:extLst>
              <a:ext uri="{FF2B5EF4-FFF2-40B4-BE49-F238E27FC236}">
                <a16:creationId xmlns:a16="http://schemas.microsoft.com/office/drawing/2014/main" id="{2980446A-4C51-EF2C-7912-750EC880876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flipH="1">
            <a:off x="7315200" y="-1"/>
            <a:ext cx="3361254" cy="103417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1034176"/>
            <a:ext cx="11300859" cy="1388984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2651760"/>
            <a:ext cx="11300860" cy="27731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6E4B0-8B14-9B4C-A31A-5987B81B3FF3}" type="datetime1">
              <a:rPr lang="en-US" smtClean="0"/>
              <a:t>9/17/2026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318529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CC57870-6258-3787-62B9-78CC66A2B053}"/>
              </a:ext>
            </a:extLst>
          </p:cNvPr>
          <p:cNvSpPr/>
          <p:nvPr/>
        </p:nvSpPr>
        <p:spPr>
          <a:xfrm>
            <a:off x="411480" y="408561"/>
            <a:ext cx="11346580" cy="547788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32720" cy="1371600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400" y="2651760"/>
            <a:ext cx="10332720" cy="27731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36A54-899C-E541-8E52-4AB7D9961575}" type="datetime1">
              <a:rPr lang="en-US" smtClean="0"/>
              <a:t>9/17/2026</a:t>
            </a:fld>
            <a:endParaRPr lang="en-US"/>
          </a:p>
        </p:txBody>
      </p:sp>
      <p:pic>
        <p:nvPicPr>
          <p:cNvPr id="7" name="Picture 6" descr="A blue and black image of two birds&#10;&#10;AI-generated content may be incorrect.">
            <a:extLst>
              <a:ext uri="{FF2B5EF4-FFF2-40B4-BE49-F238E27FC236}">
                <a16:creationId xmlns:a16="http://schemas.microsoft.com/office/drawing/2014/main" id="{DF688FE8-69D4-9BEF-4BAA-95000B6B06F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4158274" y="5524901"/>
            <a:ext cx="6065596" cy="1333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763450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914400"/>
            <a:ext cx="5486400" cy="2514600"/>
          </a:xfrm>
        </p:spPr>
        <p:txBody>
          <a:bodyPr anchor="b" anchorCtr="0">
            <a:no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0" y="3582336"/>
            <a:ext cx="5486400" cy="2318402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A4A97-A7C4-9F40-8A0A-FE5948AA7EAD}" type="datetime1">
              <a:rPr lang="en-US" smtClean="0"/>
              <a:t>9/17/2026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D38A79B-2A35-A3D9-A7ED-DE7607A5B87F}"/>
              </a:ext>
            </a:extLst>
          </p:cNvPr>
          <p:cNvSpPr/>
          <p:nvPr/>
        </p:nvSpPr>
        <p:spPr>
          <a:xfrm>
            <a:off x="7383790" y="914400"/>
            <a:ext cx="4389990" cy="475488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lemon on a branch&#10;&#10;AI-generated content may be incorrect.">
            <a:extLst>
              <a:ext uri="{FF2B5EF4-FFF2-40B4-BE49-F238E27FC236}">
                <a16:creationId xmlns:a16="http://schemas.microsoft.com/office/drawing/2014/main" id="{BCAD1063-90DD-E1BB-B6C8-CF21479CD3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2114" y="553212"/>
            <a:ext cx="4911923" cy="5522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863715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9144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7D5A5-84C3-7EDE-A8EB-2DE057DE46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7200" y="1825625"/>
            <a:ext cx="5394960" cy="4206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54150AE-A7C6-D328-35D7-F5B840930E3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63100" y="1825625"/>
            <a:ext cx="5394960" cy="4206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CCE39-E894-AE4B-8297-21AAF0EFFD0A}" type="datetime1">
              <a:rPr lang="en-US" smtClean="0"/>
              <a:t>9/17/2026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58597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9144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85735"/>
            <a:ext cx="539496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800" b="1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7200" y="2387600"/>
            <a:ext cx="5394960" cy="365760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63736" y="1685735"/>
            <a:ext cx="539496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800" b="1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63100" y="2387600"/>
            <a:ext cx="5394960" cy="365760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DDF8A-0D91-364D-A077-5FA6DB0BF384}" type="datetime1">
              <a:rPr lang="en-US" smtClean="0"/>
              <a:t>9/17/2026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77103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914400"/>
          </a:xfrm>
        </p:spPr>
        <p:txBody>
          <a:bodyPr anchor="b" anchorCtr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60C67-8BBF-6B4F-9B47-BDE666336AA6}" type="datetime1">
              <a:rPr lang="en-US" smtClean="0"/>
              <a:t>9/17/2026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519507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4A657-91FB-5045-886C-E8C9E2D0FBD3}" type="datetime1">
              <a:rPr lang="en-US" smtClean="0"/>
              <a:t>9/17/2026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643298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457200"/>
            <a:ext cx="4297680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0" y="2590800"/>
            <a:ext cx="4297680" cy="3291840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457200"/>
            <a:ext cx="6645812" cy="539496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EC984-B3DE-9046-AFE2-DCA5A31E4617}" type="datetime1">
              <a:rPr lang="en-US" smtClean="0"/>
              <a:t>9/17/2026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61241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5849492-8CEA-1782-4908-C537B7CD0034}"/>
              </a:ext>
            </a:extLst>
          </p:cNvPr>
          <p:cNvSpPr/>
          <p:nvPr/>
        </p:nvSpPr>
        <p:spPr>
          <a:xfrm>
            <a:off x="4659682" y="-1"/>
            <a:ext cx="7532318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3788700" cy="176208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0" y="2826137"/>
            <a:ext cx="3778112" cy="3017520"/>
          </a:xfrm>
        </p:spPr>
        <p:txBody>
          <a:bodyPr anchor="b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9077" y="6126480"/>
            <a:ext cx="2377440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186517" y="6126480"/>
            <a:ext cx="1039521" cy="365125"/>
          </a:xfrm>
        </p:spPr>
        <p:txBody>
          <a:bodyPr/>
          <a:lstStyle/>
          <a:p>
            <a:fld id="{0265947F-1BAF-0347-867A-BE413595A34D}" type="datetime1">
              <a:rPr lang="en-US" smtClean="0"/>
              <a:t>9/17/2026</a:t>
            </a:fld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 noChangeAspect="1"/>
          </p:cNvSpPr>
          <p:nvPr>
            <p:ph type="pic" idx="1" hasCustomPrompt="1"/>
          </p:nvPr>
        </p:nvSpPr>
        <p:spPr>
          <a:xfrm>
            <a:off x="5073465" y="457200"/>
            <a:ext cx="6704753" cy="59436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619368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CD69C9E-5EF9-BB75-4627-4DC5CC696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365125"/>
            <a:ext cx="1134658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A82400-D5E7-A68D-169F-2E18AE06F5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1480" y="1825625"/>
            <a:ext cx="11346580" cy="40233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0FF041-44CD-B171-7760-9BD4A44AFC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1480" y="6126480"/>
            <a:ext cx="365760" cy="365125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l" rtl="0">
              <a:defRPr sz="900" b="0" i="0" cap="all" spc="100" baseline="0">
                <a:solidFill>
                  <a:schemeClr val="tx1"/>
                </a:solidFill>
                <a:latin typeface="+mn-lt"/>
                <a:ea typeface="Source Sans Pro Light" panose="020B0403030403020204" pitchFamily="34" charset="0"/>
                <a:cs typeface="Cordia New" panose="020B0304020202020204" pitchFamily="34" charset="-34"/>
              </a:defRPr>
            </a:lvl1pPr>
          </a:lstStyle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F78213-F4F4-5A28-3082-9883265461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9077" y="6126480"/>
            <a:ext cx="3698529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rtl="0">
              <a:defRPr sz="900" b="0" i="0" cap="all" spc="100" baseline="0">
                <a:solidFill>
                  <a:schemeClr val="tx1"/>
                </a:solidFill>
                <a:latin typeface="+mn-lt"/>
                <a:ea typeface="Source Sans Pro Light" panose="020B0403030403020204" pitchFamily="34" charset="0"/>
                <a:cs typeface="Cordia New" panose="020B0304020202020204" pitchFamily="34" charset="-34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72940C-5E99-C9E6-92A2-229FA878BD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684913" y="6126480"/>
            <a:ext cx="207314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900" b="0" i="0" cap="all" spc="100" baseline="0">
                <a:solidFill>
                  <a:schemeClr val="tx1"/>
                </a:solidFill>
                <a:latin typeface="+mn-lt"/>
                <a:ea typeface="Source Sans Pro Light" panose="020B0403030403020204" pitchFamily="34" charset="0"/>
                <a:cs typeface="Cordia New" panose="020B0304020202020204" pitchFamily="34" charset="-34"/>
              </a:defRPr>
            </a:lvl1pPr>
          </a:lstStyle>
          <a:p>
            <a:fld id="{F58F0028-8822-3F46-9369-4E11A89384E5}" type="datetime1">
              <a:rPr lang="en-US" smtClean="0"/>
              <a:pPr/>
              <a:t>9/17/2026</a:t>
            </a:fld>
            <a:endParaRPr lang="en-US"/>
          </a:p>
        </p:txBody>
      </p:sp>
      <p:sp>
        <p:nvSpPr>
          <p:cNvPr id="11" name="Freeform 10" hidden="1">
            <a:extLst>
              <a:ext uri="{FF2B5EF4-FFF2-40B4-BE49-F238E27FC236}">
                <a16:creationId xmlns:a16="http://schemas.microsoft.com/office/drawing/2014/main" id="{AD19C17A-2059-B291-5686-A6EE57749BB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custGeom>
            <a:avLst/>
            <a:gdLst>
              <a:gd name="csX0" fmla="*/ 457200 w 12192000"/>
              <a:gd name="csY0" fmla="*/ 457200 h 6858000"/>
              <a:gd name="csX1" fmla="*/ 457200 w 12192000"/>
              <a:gd name="csY1" fmla="*/ 6400800 h 6858000"/>
              <a:gd name="csX2" fmla="*/ 11734800 w 12192000"/>
              <a:gd name="csY2" fmla="*/ 6400800 h 6858000"/>
              <a:gd name="csX3" fmla="*/ 11734800 w 12192000"/>
              <a:gd name="csY3" fmla="*/ 457200 h 6858000"/>
              <a:gd name="csX4" fmla="*/ 0 w 12192000"/>
              <a:gd name="csY4" fmla="*/ 0 h 6858000"/>
              <a:gd name="csX5" fmla="*/ 457200 w 12192000"/>
              <a:gd name="csY5" fmla="*/ 0 h 6858000"/>
              <a:gd name="csX6" fmla="*/ 457200 w 12192000"/>
              <a:gd name="csY6" fmla="*/ 0 h 6858000"/>
              <a:gd name="csX7" fmla="*/ 12190476 w 12192000"/>
              <a:gd name="csY7" fmla="*/ 0 h 6858000"/>
              <a:gd name="csX8" fmla="*/ 12190476 w 12192000"/>
              <a:gd name="csY8" fmla="*/ 0 h 6858000"/>
              <a:gd name="csX9" fmla="*/ 12192000 w 12192000"/>
              <a:gd name="csY9" fmla="*/ 0 h 6858000"/>
              <a:gd name="csX10" fmla="*/ 12192000 w 12192000"/>
              <a:gd name="csY10" fmla="*/ 6858000 h 6858000"/>
              <a:gd name="csX11" fmla="*/ 12190476 w 12192000"/>
              <a:gd name="csY11" fmla="*/ 6858000 h 6858000"/>
              <a:gd name="csX12" fmla="*/ 11734800 w 12192000"/>
              <a:gd name="csY12" fmla="*/ 6858000 h 6858000"/>
              <a:gd name="csX13" fmla="*/ 457200 w 12192000"/>
              <a:gd name="csY13" fmla="*/ 6858000 h 6858000"/>
              <a:gd name="csX14" fmla="*/ 1525 w 12192000"/>
              <a:gd name="csY14" fmla="*/ 6858000 h 6858000"/>
              <a:gd name="csX15" fmla="*/ 0 w 12192000"/>
              <a:gd name="csY15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12192000" h="6858000">
                <a:moveTo>
                  <a:pt x="457200" y="457200"/>
                </a:moveTo>
                <a:lnTo>
                  <a:pt x="457200" y="6400800"/>
                </a:lnTo>
                <a:lnTo>
                  <a:pt x="11734800" y="6400800"/>
                </a:lnTo>
                <a:lnTo>
                  <a:pt x="11734800" y="457200"/>
                </a:lnTo>
                <a:close/>
                <a:moveTo>
                  <a:pt x="0" y="0"/>
                </a:moveTo>
                <a:lnTo>
                  <a:pt x="457200" y="0"/>
                </a:lnTo>
                <a:lnTo>
                  <a:pt x="457200" y="0"/>
                </a:lnTo>
                <a:lnTo>
                  <a:pt x="12190476" y="0"/>
                </a:lnTo>
                <a:lnTo>
                  <a:pt x="12190476" y="0"/>
                </a:lnTo>
                <a:lnTo>
                  <a:pt x="12192000" y="0"/>
                </a:lnTo>
                <a:lnTo>
                  <a:pt x="12192000" y="6858000"/>
                </a:lnTo>
                <a:lnTo>
                  <a:pt x="12190476" y="6858000"/>
                </a:lnTo>
                <a:lnTo>
                  <a:pt x="11734800" y="6858000"/>
                </a:lnTo>
                <a:lnTo>
                  <a:pt x="457200" y="6858000"/>
                </a:lnTo>
                <a:lnTo>
                  <a:pt x="152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372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  <p:sldLayoutId id="2147483757" r:id="rId13"/>
    <p:sldLayoutId id="2147483758" r:id="rId14"/>
    <p:sldLayoutId id="2147483759" r:id="rId15"/>
    <p:sldLayoutId id="2147483760" r:id="rId16"/>
    <p:sldLayoutId id="2147483761" r:id="rId17"/>
    <p:sldLayoutId id="2147483762" r:id="rId18"/>
    <p:sldLayoutId id="2147483763" r:id="rId19"/>
    <p:sldLayoutId id="2147483764" r:id="rId20"/>
    <p:sldLayoutId id="2147483765" r:id="rId21"/>
    <p:sldLayoutId id="2147483766" r:id="rId22"/>
    <p:sldLayoutId id="2147483767" r:id="rId23"/>
    <p:sldLayoutId id="2147483768" r:id="rId24"/>
    <p:sldLayoutId id="2147483769" r:id="rId25"/>
    <p:sldLayoutId id="2147483770" r:id="rId26"/>
    <p:sldLayoutId id="2147483771" r:id="rId27"/>
    <p:sldLayoutId id="2147483772" r:id="rId28"/>
    <p:sldLayoutId id="2147483773" r:id="rId29"/>
    <p:sldLayoutId id="2147483774" r:id="rId30"/>
    <p:sldLayoutId id="2147483775" r:id="rId31"/>
    <p:sldLayoutId id="2147483776" r:id="rId32"/>
    <p:sldLayoutId id="2147483777" r:id="rId33"/>
    <p:sldLayoutId id="2147483778" r:id="rId34"/>
    <p:sldLayoutId id="2147483779" r:id="rId35"/>
    <p:sldLayoutId id="2147483780" r:id="rId36"/>
    <p:sldLayoutId id="2147483781" r:id="rId37"/>
    <p:sldLayoutId id="2147483782" r:id="rId38"/>
    <p:sldLayoutId id="2147483783" r:id="rId39"/>
    <p:sldLayoutId id="2147483784" r:id="rId40"/>
    <p:sldLayoutId id="2147483785" r:id="rId41"/>
    <p:sldLayoutId id="2147483786" r:id="rId42"/>
    <p:sldLayoutId id="2147483787" r:id="rId43"/>
    <p:sldLayoutId id="2147483788" r:id="rId44"/>
    <p:sldLayoutId id="2147483789" r:id="rId45"/>
    <p:sldLayoutId id="2147483790" r:id="rId46"/>
    <p:sldLayoutId id="2147483791" r:id="rId47"/>
    <p:sldLayoutId id="2147483792" r:id="rId48"/>
    <p:sldLayoutId id="2147483793" r:id="rId49"/>
    <p:sldLayoutId id="2147483794" r:id="rId50"/>
    <p:sldLayoutId id="2147483795" r:id="rId51"/>
    <p:sldLayoutId id="2147483796" r:id="rId52"/>
    <p:sldLayoutId id="2147483797" r:id="rId53"/>
    <p:sldLayoutId id="2147483798" r:id="rId54"/>
    <p:sldLayoutId id="2147483799" r:id="rId55"/>
    <p:sldLayoutId id="2147483800" r:id="rId56"/>
    <p:sldLayoutId id="2147483801" r:id="rId57"/>
    <p:sldLayoutId id="2147483802" r:id="rId58"/>
    <p:sldLayoutId id="2147483803" r:id="rId59"/>
  </p:sldLayoutIdLst>
  <p:hf hdr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200" baseline="0">
          <a:solidFill>
            <a:schemeClr val="tx1"/>
          </a:solidFill>
          <a:latin typeface="+mj-lt"/>
          <a:ea typeface="+mj-ea"/>
          <a:cs typeface="Urdu Typesetting" panose="03020402040406030203" pitchFamily="66" charset="-78"/>
        </a:defRPr>
      </a:lvl1pPr>
    </p:titleStyle>
    <p:bodyStyle>
      <a:lvl1pPr marL="0" indent="-2286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400" b="0" i="0" kern="1200" spc="0" baseline="0">
          <a:solidFill>
            <a:schemeClr val="tx1"/>
          </a:solidFill>
          <a:latin typeface="+mn-lt"/>
          <a:ea typeface="Source Sans Pro Light" panose="020B0403030403020204" pitchFamily="34" charset="0"/>
          <a:cs typeface="Cordia New" panose="020B0304020202020204" pitchFamily="34" charset="-34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400" b="0" i="0" kern="1200" spc="0" baseline="0">
          <a:solidFill>
            <a:schemeClr val="tx1"/>
          </a:solidFill>
          <a:latin typeface="+mn-lt"/>
          <a:ea typeface="Source Sans Pro Light" panose="020B0403030403020204" pitchFamily="34" charset="0"/>
          <a:cs typeface="Cordia New" panose="020B0304020202020204" pitchFamily="34" charset="-34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400" b="0" i="0" kern="1200" spc="0" baseline="0">
          <a:solidFill>
            <a:schemeClr val="tx1"/>
          </a:solidFill>
          <a:latin typeface="+mn-lt"/>
          <a:ea typeface="Source Sans Pro Light" panose="020B0403030403020204" pitchFamily="34" charset="0"/>
          <a:cs typeface="Cordia New" panose="020B0304020202020204" pitchFamily="34" charset="-34"/>
        </a:defRPr>
      </a:lvl3pPr>
      <a:lvl4pPr marL="804672" indent="-2286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400" b="0" i="0" kern="1200" spc="0" baseline="0">
          <a:solidFill>
            <a:schemeClr val="tx1"/>
          </a:solidFill>
          <a:latin typeface="+mn-lt"/>
          <a:ea typeface="Source Sans Pro Light" panose="020B0403030403020204" pitchFamily="34" charset="0"/>
          <a:cs typeface="Cordia New" panose="020B0304020202020204" pitchFamily="34" charset="-34"/>
        </a:defRPr>
      </a:lvl4pPr>
      <a:lvl5pPr marL="1024128" indent="-2286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400" b="0" i="0" kern="1200" spc="0" baseline="0">
          <a:solidFill>
            <a:schemeClr val="tx1"/>
          </a:solidFill>
          <a:latin typeface="+mn-lt"/>
          <a:ea typeface="Source Sans Pro Light" panose="020B0403030403020204" pitchFamily="34" charset="0"/>
          <a:cs typeface="Cordia New" panose="020B0304020202020204" pitchFamily="34" charset="-34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98190-6C6B-103B-6784-A34365AB5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1394139"/>
            <a:ext cx="5336630" cy="4069724"/>
          </a:xfrm>
        </p:spPr>
        <p:txBody>
          <a:bodyPr>
            <a:normAutofit fontScale="90000"/>
          </a:bodyPr>
          <a:lstStyle/>
          <a:p>
            <a:r>
              <a:rPr lang="en-US" dirty="0"/>
              <a:t>Task-Based Effectiveness of Basic Visualizations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23E1E8-4588-F79E-3132-D90D12E27A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0363" y="3093721"/>
            <a:ext cx="5080317" cy="3486468"/>
          </a:xfrm>
        </p:spPr>
        <p:txBody>
          <a:bodyPr>
            <a:noAutofit/>
          </a:bodyPr>
          <a:lstStyle/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r>
              <a:rPr lang="en-US" sz="1400" b="1" dirty="0"/>
              <a:t>Authors</a:t>
            </a:r>
          </a:p>
          <a:p>
            <a:r>
              <a:rPr lang="en-US" sz="1400" dirty="0"/>
              <a:t>Bahador Saket, Alex Endert, </a:t>
            </a:r>
            <a:r>
              <a:rPr lang="en-US" sz="1400" dirty="0" err="1"/>
              <a:t>Çagatay</a:t>
            </a:r>
            <a:r>
              <a:rPr lang="en-US" sz="1400" dirty="0"/>
              <a:t> </a:t>
            </a:r>
            <a:r>
              <a:rPr lang="en-US" sz="1400" dirty="0" err="1"/>
              <a:t>Demiralp</a:t>
            </a:r>
            <a:endParaRPr lang="en-US" sz="14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70C604-F9E2-00CD-3B5A-62E321B55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3520" y="430684"/>
            <a:ext cx="4114800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D51F49-980E-AFC1-328F-408BB2D529E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09450" y="430684"/>
            <a:ext cx="2743200" cy="365125"/>
          </a:xfrm>
        </p:spPr>
        <p:txBody>
          <a:bodyPr/>
          <a:lstStyle/>
          <a:p>
            <a:fld id="{E2F9B567-4DEA-7E48-AA7A-6B6B391D7DD0}" type="datetime1">
              <a:rPr lang="en-US" smtClean="0"/>
              <a:pPr/>
              <a:t>9/17/2026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5B2BDA-165B-093D-2C99-A79E149DE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300" y="6126480"/>
            <a:ext cx="365760" cy="365125"/>
          </a:xfrm>
        </p:spPr>
        <p:txBody>
          <a:bodyPr/>
          <a:lstStyle/>
          <a:p>
            <a:fld id="{40B778AE-8D30-EC43-B255-420E7914C179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10A6B59-E7E3-ADD4-BB1D-68DC7BD742FC}"/>
              </a:ext>
            </a:extLst>
          </p:cNvPr>
          <p:cNvSpPr txBox="1">
            <a:spLocks/>
          </p:cNvSpPr>
          <p:nvPr/>
        </p:nvSpPr>
        <p:spPr>
          <a:xfrm>
            <a:off x="9521075" y="6126480"/>
            <a:ext cx="1726445" cy="4953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lang="en-US" sz="1600" b="0" i="0" kern="1200" cap="all" spc="100" baseline="0" dirty="0">
                <a:solidFill>
                  <a:schemeClr val="tx1"/>
                </a:solidFill>
                <a:latin typeface="+mn-lt"/>
                <a:ea typeface="Source Sans Pro Light" panose="020B0403030403020204" pitchFamily="34" charset="0"/>
                <a:cs typeface="Cordia New" panose="020B0304020202020204" pitchFamily="34" charset="-34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400" b="0" i="0" kern="1200" spc="0" baseline="0">
                <a:solidFill>
                  <a:schemeClr val="tx1"/>
                </a:solidFill>
                <a:latin typeface="+mn-lt"/>
                <a:ea typeface="Source Sans Pro Light" panose="020B0403030403020204" pitchFamily="34" charset="0"/>
                <a:cs typeface="Cordia New" panose="020B0304020202020204" pitchFamily="34" charset="-34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400" b="0" i="0" kern="1200" spc="0" baseline="0">
                <a:solidFill>
                  <a:schemeClr val="tx1"/>
                </a:solidFill>
                <a:latin typeface="+mn-lt"/>
                <a:ea typeface="Source Sans Pro Light" panose="020B0403030403020204" pitchFamily="34" charset="0"/>
                <a:cs typeface="Cordia New" panose="020B0304020202020204" pitchFamily="34" charset="-34"/>
              </a:defRPr>
            </a:lvl3pPr>
            <a:lvl4pPr marL="804672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400" b="0" i="0" kern="1200" spc="0" baseline="0">
                <a:solidFill>
                  <a:schemeClr val="tx1"/>
                </a:solidFill>
                <a:latin typeface="+mn-lt"/>
                <a:ea typeface="Source Sans Pro Light" panose="020B0403030403020204" pitchFamily="34" charset="0"/>
                <a:cs typeface="Cordia New" panose="020B0304020202020204" pitchFamily="34" charset="-34"/>
              </a:defRPr>
            </a:lvl4pPr>
            <a:lvl5pPr marL="1024128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400" b="0" i="0" kern="1200" spc="0" baseline="0">
                <a:solidFill>
                  <a:schemeClr val="tx1"/>
                </a:solidFill>
                <a:latin typeface="+mn-lt"/>
                <a:ea typeface="Source Sans Pro Light" panose="020B0403030403020204" pitchFamily="34" charset="0"/>
                <a:cs typeface="Cordia New" panose="020B0304020202020204" pitchFamily="34" charset="-34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1" dirty="0"/>
              <a:t>Team members</a:t>
            </a:r>
            <a:endParaRPr lang="en-US" sz="1200" dirty="0"/>
          </a:p>
          <a:p>
            <a:pPr lvl="0" fontAlgn="base"/>
            <a:r>
              <a:rPr lang="en-US" sz="1200" dirty="0"/>
              <a:t>Rasa Bhattarai</a:t>
            </a:r>
          </a:p>
          <a:p>
            <a:pPr lvl="0" fontAlgn="base"/>
            <a:r>
              <a:rPr lang="en-US" sz="1200" dirty="0"/>
              <a:t>Reem Othman </a:t>
            </a:r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3520288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8F52F-A1CE-210D-B622-CC1CFFF74A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1F4468-515A-C614-FBED-341C2B4FFD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12520"/>
            <a:ext cx="11274552" cy="5013960"/>
          </a:xfrm>
        </p:spPr>
        <p:txBody>
          <a:bodyPr/>
          <a:lstStyle/>
          <a:p>
            <a:pPr indent="0">
              <a:buNone/>
            </a:pPr>
            <a:r>
              <a:rPr lang="en-US" sz="2400" b="1" dirty="0"/>
              <a:t>Key question </a:t>
            </a:r>
            <a:r>
              <a:rPr lang="en-US" sz="2400" dirty="0"/>
              <a:t>: Does visualization effectiveness change depending on the task?</a:t>
            </a:r>
          </a:p>
          <a:p>
            <a:pPr indent="0">
              <a:buNone/>
            </a:pPr>
            <a:r>
              <a:rPr lang="en-US" sz="2400" dirty="0"/>
              <a:t>One chart != best for everything</a:t>
            </a:r>
          </a:p>
          <a:p>
            <a:pPr indent="0">
              <a:buNone/>
            </a:pP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7C1357-939F-5B91-1A02-3D7AB9F2C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9A961F-E496-7057-3DFB-2771E4A67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87DAAFA-AA2B-D9EA-C73B-2EDFEF1CD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CF59F-16CF-294B-89B0-023DBFDF062C}" type="datetime1">
              <a:rPr lang="en-US" smtClean="0"/>
              <a:t>9/17/2026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CE52CFA-6DEC-C48B-2BF7-6A77927008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281" y="2118360"/>
            <a:ext cx="6474808" cy="3832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45649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63CE7D-7ED5-DBF3-3791-C7D929ADD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96FED-57EC-6CCC-9B9C-586747722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Study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5F3597-BB7D-2D2F-EE47-F2E1CE63BB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27760"/>
            <a:ext cx="11274552" cy="4998720"/>
          </a:xfrm>
        </p:spPr>
        <p:txBody>
          <a:bodyPr/>
          <a:lstStyle/>
          <a:p>
            <a:pPr lvl="0"/>
            <a:r>
              <a:rPr lang="en-US" dirty="0"/>
              <a:t>5 visualization types: Tabular data, Line chart, Bar chart, Scatterplot, Pie Chart</a:t>
            </a:r>
          </a:p>
          <a:p>
            <a:pPr lvl="0"/>
            <a:r>
              <a:rPr lang="en-US" dirty="0"/>
              <a:t>10 tasks		: Find correlation, Find anomalies , Find clusters, Find extremum, Retrieve a value, Filter, Order, Compute derived 			   value, Characterize distribution, Determine range </a:t>
            </a:r>
          </a:p>
          <a:p>
            <a:pPr lvl="0"/>
            <a:r>
              <a:rPr lang="en-US" dirty="0"/>
              <a:t>2 datasets	: Cars (407 entries), Movies (335 entries)</a:t>
            </a:r>
          </a:p>
          <a:p>
            <a:pPr lvl="0"/>
            <a:r>
              <a:rPr lang="en-US" b="1" dirty="0"/>
              <a:t>5 visualizations × 10 tasks × 2 datasets</a:t>
            </a:r>
          </a:p>
          <a:p>
            <a:pPr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B7347C-34FC-44D1-94DE-6EAEE1F84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4E7D16-4D40-42FC-A489-AF6418E22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9A79CB4-1681-AD1D-D32C-787557052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CF59F-16CF-294B-89B0-023DBFDF062C}" type="datetime1">
              <a:rPr lang="en-US" smtClean="0"/>
              <a:t>9/17/2026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E6D6EF8-F682-7200-4F4B-411916A57E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664" y="2499186"/>
            <a:ext cx="2159111" cy="133991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98AAF22-DBA1-0792-8F9E-8B5F5A3D71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3631" y="2499186"/>
            <a:ext cx="2171812" cy="130181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5DD4FE4-CFB2-9433-713C-3026DC8424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39299" y="2499186"/>
            <a:ext cx="2159112" cy="139707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DDFA34D-1BAA-979F-FADF-BA6F4E35D4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39775" y="4041191"/>
            <a:ext cx="2063856" cy="162568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A6565DD-A1EE-568E-02BE-8DB10343D71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0694" y="4075747"/>
            <a:ext cx="1998605" cy="148886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195DBB8-E4BC-E880-CF97-D870D711462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0027" y="5830860"/>
            <a:ext cx="10408384" cy="342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575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7ADAE-A54B-47A7-59D5-1D40B4E22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F07B8-2B9A-8D33-A243-FEACE3A647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C2410E-F441-9810-37E5-49E983F3BE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74420"/>
            <a:ext cx="11274552" cy="5052060"/>
          </a:xfrm>
        </p:spPr>
        <p:txBody>
          <a:bodyPr/>
          <a:lstStyle/>
          <a:p>
            <a:pPr lvl="0"/>
            <a:r>
              <a:rPr lang="en-US" dirty="0"/>
              <a:t>Training (5 trial Questions + feedback)</a:t>
            </a:r>
          </a:p>
          <a:p>
            <a:pPr lvl="0"/>
            <a:r>
              <a:rPr lang="en-US" dirty="0"/>
              <a:t>Main experiment: 180 participants were randomly assigned to 10 tasks (18 participants per task), 30 Questions/task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CE849D-538B-7048-968B-B9142A11E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E51DF7-4937-2B0B-6EE5-84B46C8BC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A8192BF-A0E2-62C9-7974-08BFD705F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CF59F-16CF-294B-89B0-023DBFDF062C}" type="datetime1">
              <a:rPr lang="en-US" smtClean="0"/>
              <a:t>9/17/2026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E14974C-A3C6-FC12-7334-8184B8E6B0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540" y="2076996"/>
            <a:ext cx="5226319" cy="343552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0D0AA22-7569-7F5B-D2B0-9405FE100B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4143" y="2083347"/>
            <a:ext cx="5277121" cy="3429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0166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A0F052-C4B3-82FB-983B-5E08A2EA1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3177C-DBF6-13BB-FC0E-5F3FE46AD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C5912-0C8E-42A4-0A3F-4341D8BB31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19200"/>
            <a:ext cx="11274552" cy="4671060"/>
          </a:xfrm>
        </p:spPr>
        <p:txBody>
          <a:bodyPr/>
          <a:lstStyle/>
          <a:p>
            <a:pPr lvl="0" indent="0">
              <a:buNone/>
            </a:pPr>
            <a:r>
              <a:rPr lang="en-US" dirty="0"/>
              <a:t>Participants: </a:t>
            </a:r>
          </a:p>
          <a:p>
            <a:pPr lvl="0"/>
            <a:r>
              <a:rPr lang="en-US" dirty="0"/>
              <a:t>180 participants completed the study </a:t>
            </a:r>
          </a:p>
          <a:p>
            <a:pPr lvl="0"/>
            <a:r>
              <a:rPr lang="en-US" dirty="0"/>
              <a:t>Ages 25–40 </a:t>
            </a:r>
          </a:p>
          <a:p>
            <a:pPr lvl="0"/>
            <a:r>
              <a:rPr lang="en-US" dirty="0"/>
              <a:t>US-based </a:t>
            </a:r>
          </a:p>
          <a:p>
            <a:pPr lvl="0"/>
            <a:r>
              <a:rPr lang="en-US" dirty="0"/>
              <a:t>Had previous experience with visualizations</a:t>
            </a:r>
          </a:p>
          <a:p>
            <a:pPr lvl="0"/>
            <a:endParaRPr lang="en-US" dirty="0"/>
          </a:p>
          <a:p>
            <a:pPr indent="0">
              <a:buNone/>
            </a:pPr>
            <a:r>
              <a:rPr lang="en-US" dirty="0"/>
              <a:t>For each task, researchers measured:</a:t>
            </a:r>
          </a:p>
          <a:p>
            <a:pPr indent="0">
              <a:buNone/>
            </a:pPr>
            <a:r>
              <a:rPr lang="en-US" b="1" dirty="0"/>
              <a:t>1. Accuracy</a:t>
            </a:r>
            <a:br>
              <a:rPr lang="en-US" dirty="0"/>
            </a:br>
            <a:r>
              <a:rPr lang="en-US" dirty="0"/>
              <a:t>Did they get the answer right?</a:t>
            </a:r>
          </a:p>
          <a:p>
            <a:pPr indent="0">
              <a:buNone/>
            </a:pPr>
            <a:r>
              <a:rPr lang="en-US" b="1" dirty="0"/>
              <a:t>2. Time</a:t>
            </a:r>
            <a:br>
              <a:rPr lang="en-US" dirty="0"/>
            </a:br>
            <a:r>
              <a:rPr lang="en-US" dirty="0"/>
              <a:t>How quickly did they answer?</a:t>
            </a:r>
          </a:p>
          <a:p>
            <a:pPr indent="0">
              <a:buNone/>
            </a:pPr>
            <a:r>
              <a:rPr lang="en-US" b="1" dirty="0"/>
              <a:t>3. User Preference</a:t>
            </a:r>
            <a:br>
              <a:rPr lang="en-US" dirty="0"/>
            </a:br>
            <a:r>
              <a:rPr lang="en-US" dirty="0"/>
              <a:t>Which visualization did they prefer?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DF531C-7395-B399-4D7C-CCC009CAC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B278FF-CB2A-B718-F1AB-28B3BDFC0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58D3A6B-4912-79C6-E11B-F7251A610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CF59F-16CF-294B-89B0-023DBFDF062C}" type="datetime1">
              <a:rPr lang="en-US" smtClean="0"/>
              <a:t>9/17/2026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5940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D46CC5-57C9-CA3A-3AEC-9EBDC4304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8089A-1556-9816-D357-484DE02B4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738753-5667-18A1-37F6-C7C186E0AB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19200"/>
            <a:ext cx="11274552" cy="4671060"/>
          </a:xfrm>
        </p:spPr>
        <p:txBody>
          <a:bodyPr>
            <a:normAutofit/>
          </a:bodyPr>
          <a:lstStyle/>
          <a:p>
            <a:pPr lvl="0"/>
            <a:r>
              <a:rPr lang="en-US" sz="1800" dirty="0"/>
              <a:t>Bar Chart: fastest and most accurate visualization type</a:t>
            </a:r>
          </a:p>
          <a:p>
            <a:pPr lvl="0"/>
            <a:r>
              <a:rPr lang="en-US" sz="1800" dirty="0"/>
              <a:t>Line Chart: lowest aggregate accuracy and speed but more accurate for Correlation &amp; Distribution</a:t>
            </a:r>
          </a:p>
          <a:p>
            <a:pPr lvl="0"/>
            <a:r>
              <a:rPr lang="en-US" sz="1800" dirty="0"/>
              <a:t>Pie Chart: fast, accurate for many tasks except Correlation/Anomalies/Distribution</a:t>
            </a:r>
          </a:p>
          <a:p>
            <a:pPr lvl="0" indent="0">
              <a:buNone/>
            </a:pPr>
            <a:endParaRPr lang="en-US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856797-4D21-3862-C5E5-6AF9BB7E9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0353F0-DE07-611F-541C-E123C76BF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8EF2382-78E4-7834-91FB-782B2F629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CF59F-16CF-294B-89B0-023DBFDF062C}" type="datetime1">
              <a:rPr lang="en-US" smtClean="0"/>
              <a:t>9/17/2026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3297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538EF6-701A-C380-8CF6-5E4EFF872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846B0-5EB8-8157-4813-2F86A03A6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5FC866-6BF9-A431-3248-65F9E4184B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03020"/>
            <a:ext cx="11274552" cy="4549140"/>
          </a:xfrm>
        </p:spPr>
        <p:txBody>
          <a:bodyPr/>
          <a:lstStyle/>
          <a:p>
            <a:pPr marL="342900" lvl="0" indent="-342900">
              <a:buFont typeface="+mj-lt"/>
              <a:buAutoNum type="arabicPeriod"/>
            </a:pPr>
            <a:r>
              <a:rPr lang="en-US" dirty="0"/>
              <a:t>Find Anomalies</a:t>
            </a:r>
          </a:p>
          <a:p>
            <a:pPr marL="342900" lvl="0" indent="-342900">
              <a:buFont typeface="+mj-lt"/>
              <a:buAutoNum type="arabicPeriod"/>
            </a:pPr>
            <a:endParaRPr lang="en-US" dirty="0"/>
          </a:p>
          <a:p>
            <a:pPr marL="342900" lvl="0" indent="-342900">
              <a:buFont typeface="+mj-lt"/>
              <a:buAutoNum type="arabicPeriod"/>
            </a:pPr>
            <a:endParaRPr lang="en-US" dirty="0"/>
          </a:p>
          <a:p>
            <a:pPr marL="342900" lvl="0" indent="-342900">
              <a:buFont typeface="+mj-lt"/>
              <a:buAutoNum type="arabicPeriod"/>
            </a:pPr>
            <a:endParaRPr lang="en-US" dirty="0"/>
          </a:p>
          <a:p>
            <a:pPr marL="342900" lvl="0" indent="-342900">
              <a:buFont typeface="+mj-lt"/>
              <a:buAutoNum type="arabicPeriod"/>
            </a:pPr>
            <a:endParaRPr lang="en-US" dirty="0"/>
          </a:p>
          <a:p>
            <a:pPr marL="342900" lvl="0" indent="-342900">
              <a:buFont typeface="+mj-lt"/>
              <a:buAutoNum type="arabicPeriod"/>
            </a:pPr>
            <a:endParaRPr lang="en-US" dirty="0"/>
          </a:p>
          <a:p>
            <a:pPr marL="342900" lvl="0" indent="-342900">
              <a:buFont typeface="+mj-lt"/>
              <a:buAutoNum type="arabicPeriod"/>
            </a:pPr>
            <a:endParaRPr lang="en-US" dirty="0"/>
          </a:p>
          <a:p>
            <a:pPr marL="342900" lvl="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Find Clusters</a:t>
            </a:r>
          </a:p>
          <a:p>
            <a:pPr marL="342900" lvl="0" indent="-34290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CF620F-3588-2974-2D7E-E45203D57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E94301-70FA-7CC1-8D67-5AA69BE6E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9FBBE28-CA7F-DE2C-3071-0C883BF2E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CF59F-16CF-294B-89B0-023DBFDF062C}" type="datetime1">
              <a:rPr lang="en-US" smtClean="0"/>
              <a:t>9/17/2026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1252BAC-46DB-EDE5-AB56-79221FA177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598" y="1675110"/>
            <a:ext cx="8653814" cy="146087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22AF705-463E-3F56-E04B-094CE148BE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5598" y="4092098"/>
            <a:ext cx="8665356" cy="1460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93713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04C197-A27A-2DDE-C94A-C099C71A8C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EA9F3-CC78-5A66-0609-D172E6415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6B06D6-0DC0-7875-51E3-C8D2ADAF95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03020"/>
            <a:ext cx="11274552" cy="4549140"/>
          </a:xfrm>
        </p:spPr>
        <p:txBody>
          <a:bodyPr/>
          <a:lstStyle/>
          <a:p>
            <a:pPr lvl="0" indent="0">
              <a:buNone/>
            </a:pPr>
            <a:r>
              <a:rPr lang="en-US" dirty="0"/>
              <a:t>3.     Correlation</a:t>
            </a:r>
          </a:p>
          <a:p>
            <a:pPr marL="342900" lvl="0" indent="-342900">
              <a:buFont typeface="+mj-lt"/>
              <a:buAutoNum type="arabicPeriod"/>
            </a:pPr>
            <a:endParaRPr lang="en-US" dirty="0"/>
          </a:p>
          <a:p>
            <a:pPr marL="342900" lvl="0" indent="-342900">
              <a:buFont typeface="+mj-lt"/>
              <a:buAutoNum type="arabicPeriod"/>
            </a:pPr>
            <a:endParaRPr lang="en-US" dirty="0"/>
          </a:p>
          <a:p>
            <a:pPr marL="342900" lvl="0" indent="-342900">
              <a:buFont typeface="+mj-lt"/>
              <a:buAutoNum type="arabicPeriod"/>
            </a:pPr>
            <a:endParaRPr lang="en-US" dirty="0"/>
          </a:p>
          <a:p>
            <a:pPr marL="342900" lvl="0" indent="-342900">
              <a:buFont typeface="+mj-lt"/>
              <a:buAutoNum type="arabicPeriod"/>
            </a:pPr>
            <a:endParaRPr lang="en-US" dirty="0"/>
          </a:p>
          <a:p>
            <a:pPr marL="342900" lvl="0" indent="-342900">
              <a:buFont typeface="+mj-lt"/>
              <a:buAutoNum type="arabicPeriod"/>
            </a:pPr>
            <a:endParaRPr lang="en-US" dirty="0"/>
          </a:p>
          <a:p>
            <a:pPr marL="342900" lvl="0" indent="-342900">
              <a:buFont typeface="+mj-lt"/>
              <a:buAutoNum type="arabicPeriod"/>
            </a:pPr>
            <a:endParaRPr lang="en-US" dirty="0"/>
          </a:p>
          <a:p>
            <a:pPr marL="342900" lvl="0" indent="-342900">
              <a:buFont typeface="+mj-lt"/>
              <a:buAutoNum type="arabicPeriod"/>
            </a:pPr>
            <a:endParaRPr lang="en-US" dirty="0"/>
          </a:p>
          <a:p>
            <a:pPr indent="0">
              <a:buNone/>
            </a:pPr>
            <a:r>
              <a:rPr lang="en-US" dirty="0"/>
              <a:t>4.     Compute derived value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C8F6C-8802-2BEC-57A5-67113950A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2DF561-AD72-E4B4-F3A1-DAD30B974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C4E446B-B3C4-44BF-9A07-62B127B9A5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CF59F-16CF-294B-89B0-023DBFDF062C}" type="datetime1">
              <a:rPr lang="en-US" smtClean="0"/>
              <a:t>9/17/2026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C58148D-E33D-8C21-6FF7-A3DDD6D9C4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1145" y="1737360"/>
            <a:ext cx="8740477" cy="146087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21B2324-9C9A-9EBD-9B1A-E5D8B51D59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1145" y="4044054"/>
            <a:ext cx="8740476" cy="1475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7616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BE7D5-3613-C537-146C-0A8091619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9CFB7-E734-E01C-F9D8-A6E4EFBF4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641AD4-E741-E9E4-4154-D9F637E666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03020"/>
            <a:ext cx="11274552" cy="4549140"/>
          </a:xfrm>
        </p:spPr>
        <p:txBody>
          <a:bodyPr/>
          <a:lstStyle/>
          <a:p>
            <a:pPr lvl="0" indent="0">
              <a:buNone/>
            </a:pPr>
            <a:r>
              <a:rPr lang="en-US" dirty="0"/>
              <a:t>5.    Characterize distribution</a:t>
            </a:r>
          </a:p>
          <a:p>
            <a:pPr marL="342900" lvl="0" indent="-342900">
              <a:buFont typeface="+mj-lt"/>
              <a:buAutoNum type="arabicPeriod"/>
            </a:pPr>
            <a:endParaRPr lang="en-US" dirty="0"/>
          </a:p>
          <a:p>
            <a:pPr marL="342900" lvl="0" indent="-342900">
              <a:buFont typeface="+mj-lt"/>
              <a:buAutoNum type="arabicPeriod"/>
            </a:pPr>
            <a:endParaRPr lang="en-US" dirty="0"/>
          </a:p>
          <a:p>
            <a:pPr marL="342900" lvl="0" indent="-342900">
              <a:buFont typeface="+mj-lt"/>
              <a:buAutoNum type="arabicPeriod"/>
            </a:pPr>
            <a:endParaRPr lang="en-US" dirty="0"/>
          </a:p>
          <a:p>
            <a:pPr marL="342900" lvl="0" indent="-342900">
              <a:buFont typeface="+mj-lt"/>
              <a:buAutoNum type="arabicPeriod"/>
            </a:pPr>
            <a:endParaRPr lang="en-US" dirty="0"/>
          </a:p>
          <a:p>
            <a:pPr marL="342900" lvl="0" indent="-342900">
              <a:buFont typeface="+mj-lt"/>
              <a:buAutoNum type="arabicPeriod"/>
            </a:pPr>
            <a:endParaRPr lang="en-US" dirty="0"/>
          </a:p>
          <a:p>
            <a:pPr marL="342900" lvl="0" indent="-342900">
              <a:buFont typeface="+mj-lt"/>
              <a:buAutoNum type="arabicPeriod"/>
            </a:pPr>
            <a:endParaRPr lang="en-US" dirty="0"/>
          </a:p>
          <a:p>
            <a:pPr marL="342900" lvl="0" indent="-342900">
              <a:buFont typeface="+mj-lt"/>
              <a:buAutoNum type="arabicPeriod"/>
            </a:pPr>
            <a:endParaRPr lang="en-US" dirty="0"/>
          </a:p>
          <a:p>
            <a:pPr indent="0">
              <a:buNone/>
            </a:pPr>
            <a:r>
              <a:rPr lang="en-US" dirty="0"/>
              <a:t>6.    Find Extremum</a:t>
            </a:r>
          </a:p>
          <a:p>
            <a:pPr marL="342900" lvl="0" indent="-34290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63E350-E3A2-3B7A-56B2-5F6F9BF03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AC90C9-3B7D-1CC2-B0ED-4D43744C2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BDDBFAF-01EF-3AD3-F094-C91CBDD8B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CF59F-16CF-294B-89B0-023DBFDF062C}" type="datetime1">
              <a:rPr lang="en-US" smtClean="0"/>
              <a:t>9/17/2026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4100DB0-5B39-4D1A-623A-3877492063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598" y="1737360"/>
            <a:ext cx="8665356" cy="150001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3A4A648-8AEF-CC49-63A0-4D8D2A89E1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5598" y="4016356"/>
            <a:ext cx="8716174" cy="1431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70101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7B67DE-2D3A-7B4E-F8D3-D59838025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EB53A-631A-7215-9F56-09BD55B38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3C9274-AAEF-3623-B6CA-D1033ED2AF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03020"/>
            <a:ext cx="11274552" cy="4549140"/>
          </a:xfrm>
        </p:spPr>
        <p:txBody>
          <a:bodyPr/>
          <a:lstStyle/>
          <a:p>
            <a:pPr lvl="0" indent="0">
              <a:buNone/>
            </a:pPr>
            <a:r>
              <a:rPr lang="en-US" dirty="0"/>
              <a:t>7.    Order</a:t>
            </a:r>
          </a:p>
          <a:p>
            <a:pPr marL="342900" lvl="0" indent="-342900">
              <a:buFont typeface="+mj-lt"/>
              <a:buAutoNum type="arabicPeriod"/>
            </a:pPr>
            <a:endParaRPr lang="en-US" dirty="0"/>
          </a:p>
          <a:p>
            <a:pPr marL="342900" lvl="0" indent="-342900">
              <a:buFont typeface="+mj-lt"/>
              <a:buAutoNum type="arabicPeriod"/>
            </a:pPr>
            <a:endParaRPr lang="en-US" dirty="0"/>
          </a:p>
          <a:p>
            <a:pPr marL="342900" lvl="0" indent="-342900">
              <a:buFont typeface="+mj-lt"/>
              <a:buAutoNum type="arabicPeriod"/>
            </a:pPr>
            <a:endParaRPr lang="en-US" dirty="0"/>
          </a:p>
          <a:p>
            <a:pPr marL="342900" lvl="0" indent="-342900">
              <a:buFont typeface="+mj-lt"/>
              <a:buAutoNum type="arabicPeriod"/>
            </a:pPr>
            <a:endParaRPr lang="en-US" dirty="0"/>
          </a:p>
          <a:p>
            <a:pPr marL="342900" lvl="0" indent="-342900">
              <a:buFont typeface="+mj-lt"/>
              <a:buAutoNum type="arabicPeriod"/>
            </a:pPr>
            <a:endParaRPr lang="en-US" dirty="0"/>
          </a:p>
          <a:p>
            <a:pPr indent="0">
              <a:buNone/>
            </a:pPr>
            <a:endParaRPr lang="en-US" dirty="0"/>
          </a:p>
          <a:p>
            <a:pPr indent="0">
              <a:buNone/>
            </a:pPr>
            <a:r>
              <a:rPr lang="en-US" dirty="0"/>
              <a:t>8.    Retrieve Value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4F2707-45E0-7299-2D04-64D4940D8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10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306F63-A841-CC51-5F50-B3823127E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2BDF3C5-EB5C-5C96-E739-45C398CF6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CF59F-16CF-294B-89B0-023DBFDF062C}" type="datetime1">
              <a:rPr lang="en-US" smtClean="0"/>
              <a:t>9/17/2026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E524919-AB56-3AEE-7FD4-0239BB44D1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598" y="1687853"/>
            <a:ext cx="8665356" cy="140451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D9DC94D-79A6-3F94-F165-8B4C5C2E0B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5598" y="3882371"/>
            <a:ext cx="8661184" cy="1404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66194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FE25B1-63EB-175F-90F4-E9C9FB02D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D8DD2-2A59-152F-DB81-948284319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DBFBA9-1D38-88CF-B0D1-64F3EAA04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03020"/>
            <a:ext cx="11274552" cy="4549140"/>
          </a:xfrm>
        </p:spPr>
        <p:txBody>
          <a:bodyPr/>
          <a:lstStyle/>
          <a:p>
            <a:pPr lvl="0" indent="0">
              <a:buNone/>
            </a:pPr>
            <a:r>
              <a:rPr lang="en-US" dirty="0"/>
              <a:t>9.    Filter</a:t>
            </a:r>
          </a:p>
          <a:p>
            <a:pPr marL="342900" lvl="0" indent="-342900">
              <a:buFont typeface="+mj-lt"/>
              <a:buAutoNum type="arabicPeriod"/>
            </a:pPr>
            <a:endParaRPr lang="en-US" dirty="0"/>
          </a:p>
          <a:p>
            <a:pPr marL="342900" lvl="0" indent="-342900">
              <a:buFont typeface="+mj-lt"/>
              <a:buAutoNum type="arabicPeriod"/>
            </a:pPr>
            <a:endParaRPr lang="en-US" dirty="0"/>
          </a:p>
          <a:p>
            <a:pPr marL="342900" lvl="0" indent="-342900">
              <a:buFont typeface="+mj-lt"/>
              <a:buAutoNum type="arabicPeriod"/>
            </a:pPr>
            <a:endParaRPr lang="en-US" dirty="0"/>
          </a:p>
          <a:p>
            <a:pPr marL="342900" lvl="0" indent="-342900">
              <a:buFont typeface="+mj-lt"/>
              <a:buAutoNum type="arabicPeriod"/>
            </a:pPr>
            <a:endParaRPr lang="en-US" dirty="0"/>
          </a:p>
          <a:p>
            <a:pPr marL="342900" lvl="0" indent="-342900">
              <a:buFont typeface="+mj-lt"/>
              <a:buAutoNum type="arabicPeriod"/>
            </a:pPr>
            <a:endParaRPr lang="en-US" dirty="0"/>
          </a:p>
          <a:p>
            <a:pPr marL="342900" lvl="0" indent="-342900">
              <a:buFont typeface="+mj-lt"/>
              <a:buAutoNum type="arabicPeriod"/>
            </a:pPr>
            <a:endParaRPr lang="en-US" dirty="0"/>
          </a:p>
          <a:p>
            <a:pPr lvl="0" indent="0">
              <a:buNone/>
            </a:pPr>
            <a:r>
              <a:rPr lang="en-US" dirty="0"/>
              <a:t>10.   Determine range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DF780D-0401-2C84-ACF3-BEA32CF9C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11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864FF4-8B03-9E04-B4D2-5253A0635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15528A8-4E78-3F4C-2C8A-F0B70EC749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CF59F-16CF-294B-89B0-023DBFDF062C}" type="datetime1">
              <a:rPr lang="en-US" smtClean="0"/>
              <a:t>9/17/2026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4BE19ED-4323-ACE1-32B8-ABBC13DC32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1145" y="1540471"/>
            <a:ext cx="8665355" cy="148513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D6F6C8D-6684-DB61-E5DC-3639F3FA5B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1145" y="3637260"/>
            <a:ext cx="8665354" cy="1548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87680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A85076-EF5F-DC7B-7B4E-EE6408874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7BF78-D93A-61E0-8E5B-0CCCEA999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preferences 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DF9253-8F74-7B6E-149A-F8D0CF34A7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19200"/>
            <a:ext cx="11274552" cy="4671060"/>
          </a:xfrm>
        </p:spPr>
        <p:txBody>
          <a:bodyPr>
            <a:normAutofit/>
          </a:bodyPr>
          <a:lstStyle/>
          <a:p>
            <a:pPr lvl="0"/>
            <a:r>
              <a:rPr lang="en-US" sz="1800" dirty="0"/>
              <a:t>User preference positively correlates with accuracy (Pearson’s r=0.68)</a:t>
            </a:r>
          </a:p>
          <a:p>
            <a:pPr lvl="0"/>
            <a:r>
              <a:rPr lang="en-US" sz="1800" dirty="0"/>
              <a:t>Weak negative correlation between performance time &amp; user preferences (Pearson’s r=–0.43)</a:t>
            </a:r>
          </a:p>
          <a:p>
            <a:pPr lvl="0"/>
            <a:r>
              <a:rPr lang="en-US" sz="1800" dirty="0"/>
              <a:t>Bar Chart &amp; Table = most preferred across most of the tasks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CFC6C9-C479-D43E-9AA7-AD416A22F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12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E55AB8-F05C-9CC3-82D6-510AA55EA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E002131-802A-9F52-2B8A-B3334B8604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CF59F-16CF-294B-89B0-023DBFDF062C}" type="datetime1">
              <a:rPr lang="en-US" smtClean="0"/>
              <a:t>9/17/2026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0269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997F2F-912E-1F70-B29E-C08A5BE58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6D943-2F86-A147-BFDA-6E25F3B84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guidelines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A4AD18-584A-6722-70B7-133983B859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19200"/>
            <a:ext cx="11274552" cy="4671060"/>
          </a:xfrm>
        </p:spPr>
        <p:txBody>
          <a:bodyPr>
            <a:normAutofit/>
          </a:bodyPr>
          <a:lstStyle/>
          <a:p>
            <a:pPr lvl="0"/>
            <a:r>
              <a:rPr lang="en-US" sz="2000" dirty="0"/>
              <a:t>G1: Use Bar Chart to find Clusters</a:t>
            </a:r>
          </a:p>
          <a:p>
            <a:pPr lvl="0"/>
            <a:r>
              <a:rPr lang="en-US" sz="2000" dirty="0"/>
              <a:t>G2: Use Line Chart to find Correlations</a:t>
            </a:r>
          </a:p>
          <a:p>
            <a:pPr lvl="0"/>
            <a:r>
              <a:rPr lang="en-US" sz="2000" dirty="0"/>
              <a:t>G3: Use Scatterplot to find Anomalies</a:t>
            </a:r>
          </a:p>
          <a:p>
            <a:pPr lvl="0"/>
            <a:r>
              <a:rPr lang="en-US" sz="2000" dirty="0"/>
              <a:t>G4: Avoid Line Chart for precise value reading</a:t>
            </a:r>
          </a:p>
          <a:p>
            <a:pPr lvl="0"/>
            <a:r>
              <a:rPr lang="en-US" sz="2000" dirty="0"/>
              <a:t>G5: Avoid Table/Pie Charts for Correlation tasks</a:t>
            </a:r>
          </a:p>
          <a:p>
            <a:pPr lvl="0"/>
            <a:endParaRPr lang="en-US" sz="20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A16C4B-868C-BF71-28F7-89636AADA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13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FB3316-C2D4-E980-66E5-FD80B666E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03F0B83-EDAB-E1CE-D717-EEEC8A6EE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CF59F-16CF-294B-89B0-023DBFDF062C}" type="datetime1">
              <a:rPr lang="en-US" smtClean="0"/>
              <a:t>9/17/2026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0619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4CAC89-E8E6-26BA-7E41-719FE7CC7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195B2-412A-C014-4C48-2EDE0B9A4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Application: </a:t>
            </a:r>
            <a:r>
              <a:rPr lang="en-US" dirty="0" err="1"/>
              <a:t>kopol</a:t>
            </a:r>
            <a:r>
              <a:rPr lang="en-US" dirty="0"/>
              <a:t> recommender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303756-40F1-5BA2-ED53-C47D225262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19200"/>
            <a:ext cx="11274552" cy="4671060"/>
          </a:xfrm>
        </p:spPr>
        <p:txBody>
          <a:bodyPr/>
          <a:lstStyle/>
          <a:p>
            <a:pPr lvl="0" indent="0">
              <a:buNone/>
            </a:pPr>
            <a:r>
              <a:rPr lang="en-US" sz="2800" b="1" dirty="0"/>
              <a:t>Can we teach a computer these patterns?</a:t>
            </a:r>
          </a:p>
          <a:p>
            <a:pPr marL="285750" indent="-285750"/>
            <a:r>
              <a:rPr lang="en-US" sz="1800" dirty="0"/>
              <a:t>Decision tree trained on collected data</a:t>
            </a:r>
          </a:p>
          <a:p>
            <a:pPr marL="285750" indent="-285750"/>
            <a:r>
              <a:rPr lang="en-US" sz="1800" dirty="0"/>
              <a:t>Recommends visualization based on task &amp; data type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405418-8E2A-CF98-2D96-544FBED1E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14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ACEBC3-9252-1C9A-8B00-7F77473B6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BDF7BEA-7790-F61E-E8E9-8AB93F637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CF59F-16CF-294B-89B0-023DBFDF062C}" type="datetime1">
              <a:rPr lang="en-US" smtClean="0"/>
              <a:t>9/17/2026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3454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049D06-C310-3EF3-E6F1-BCD4C8A26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E1D75-E511-868E-CEF6-8C03D68145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 &amp; 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F65B07-CE60-4131-48E6-D1A15E37CE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19200"/>
            <a:ext cx="11274552" cy="4671060"/>
          </a:xfrm>
        </p:spPr>
        <p:txBody>
          <a:bodyPr>
            <a:normAutofit/>
          </a:bodyPr>
          <a:lstStyle/>
          <a:p>
            <a:pPr lvl="0" indent="0">
              <a:buNone/>
            </a:pPr>
            <a:r>
              <a:rPr lang="en-US" sz="1800" b="1" dirty="0"/>
              <a:t>LIMITATIONS</a:t>
            </a:r>
          </a:p>
          <a:p>
            <a:pPr marL="285750" indent="-285750"/>
            <a:r>
              <a:rPr lang="en-US" sz="1800" dirty="0"/>
              <a:t>Only 5–34 visual marks</a:t>
            </a:r>
          </a:p>
          <a:p>
            <a:pPr marL="285750" indent="-285750"/>
            <a:r>
              <a:rPr lang="en-US" sz="1800" dirty="0"/>
              <a:t>Static visualizations only</a:t>
            </a:r>
          </a:p>
          <a:p>
            <a:pPr marL="285750" indent="-285750"/>
            <a:r>
              <a:rPr lang="en-US" sz="1800" dirty="0"/>
              <a:t>Only 2D visualizations</a:t>
            </a:r>
          </a:p>
          <a:p>
            <a:pPr indent="0">
              <a:buNone/>
            </a:pPr>
            <a:endParaRPr lang="en-US" sz="1800" b="1" dirty="0"/>
          </a:p>
          <a:p>
            <a:pPr lvl="0" indent="0">
              <a:buNone/>
            </a:pPr>
            <a:r>
              <a:rPr lang="en-US" sz="1800" b="1" dirty="0"/>
              <a:t>FUTURE WORK</a:t>
            </a:r>
          </a:p>
          <a:p>
            <a:pPr lvl="0"/>
            <a:r>
              <a:rPr lang="en-US" sz="1800" dirty="0"/>
              <a:t>Test higher datapoint cardinality</a:t>
            </a:r>
          </a:p>
          <a:p>
            <a:pPr lvl="0"/>
            <a:r>
              <a:rPr lang="en-US" sz="1800" dirty="0"/>
              <a:t>Investigate interactive visualizations</a:t>
            </a:r>
          </a:p>
          <a:p>
            <a:pPr lvl="0"/>
            <a:r>
              <a:rPr lang="en-US" sz="1800" dirty="0"/>
              <a:t>Compare more visualization techniques</a:t>
            </a:r>
            <a:endParaRPr lang="en-US" sz="18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1B3457-C4CF-6742-2D9C-E65295444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15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A8AE4C-743E-A904-B533-6DDE91CE6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4FD5066-DF15-CCBE-6C71-9A22344B28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CF59F-16CF-294B-89B0-023DBFDF062C}" type="datetime1">
              <a:rPr lang="en-US" smtClean="0"/>
              <a:t>9/17/2026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759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F19B4-68CE-DE60-E914-5ACE2F9628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75703-B3D5-55A4-AF9C-28938AFDB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2B3241-71C1-7BC8-39AE-165E588307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19200"/>
            <a:ext cx="11274552" cy="4671060"/>
          </a:xfrm>
        </p:spPr>
        <p:txBody>
          <a:bodyPr>
            <a:normAutofit/>
          </a:bodyPr>
          <a:lstStyle/>
          <a:p>
            <a:pPr indent="0">
              <a:buNone/>
            </a:pPr>
            <a:r>
              <a:rPr lang="en-US" sz="1800" dirty="0"/>
              <a:t>Effectiveness of the visualization types considered significantly changes from one task to another.</a:t>
            </a:r>
            <a:endParaRPr lang="en-US" sz="1800" b="1" dirty="0"/>
          </a:p>
          <a:p>
            <a:pPr indent="0">
              <a:buNone/>
            </a:pPr>
            <a:endParaRPr lang="en-US" sz="1800" dirty="0"/>
          </a:p>
          <a:p>
            <a:pPr indent="0">
              <a:buNone/>
            </a:pPr>
            <a:r>
              <a:rPr lang="en-US" sz="1800" b="1" dirty="0"/>
              <a:t>TASK</a:t>
            </a:r>
            <a:br>
              <a:rPr lang="en-US" sz="1800" dirty="0"/>
            </a:br>
            <a:r>
              <a:rPr lang="en-US" sz="1800" dirty="0"/>
              <a:t>What are you trying to find?</a:t>
            </a:r>
          </a:p>
          <a:p>
            <a:pPr indent="0">
              <a:buNone/>
            </a:pPr>
            <a:endParaRPr lang="en-US" sz="1800" b="1" dirty="0"/>
          </a:p>
          <a:p>
            <a:pPr indent="0">
              <a:buNone/>
            </a:pPr>
            <a:r>
              <a:rPr lang="en-US" sz="1800" b="1" dirty="0"/>
              <a:t>DATA</a:t>
            </a:r>
            <a:br>
              <a:rPr lang="en-US" sz="1800" dirty="0"/>
            </a:br>
            <a:r>
              <a:rPr lang="en-US" sz="1800" dirty="0"/>
              <a:t>What are you visualizing?</a:t>
            </a:r>
          </a:p>
          <a:p>
            <a:pPr indent="0">
              <a:buNone/>
            </a:pPr>
            <a:endParaRPr lang="en-US" sz="1800" b="1" dirty="0"/>
          </a:p>
          <a:p>
            <a:pPr indent="0">
              <a:buNone/>
            </a:pPr>
            <a:r>
              <a:rPr lang="en-US" sz="1800" b="1" dirty="0"/>
              <a:t>USER</a:t>
            </a:r>
            <a:br>
              <a:rPr lang="en-US" sz="1800" dirty="0"/>
            </a:br>
            <a:r>
              <a:rPr lang="en-US" sz="1800" dirty="0"/>
              <a:t>What can the user understand and use effectively?</a:t>
            </a:r>
          </a:p>
          <a:p>
            <a:pPr lvl="0"/>
            <a:endParaRPr lang="en-US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D6C62A-4326-1AFF-C939-7E0063242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16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C6BAD1-16ED-0177-927C-53EAE6C2C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6E30F8E-CD0D-7569-192A-70A8ECA5B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CF59F-16CF-294B-89B0-023DBFDF062C}" type="datetime1">
              <a:rPr lang="en-US" smtClean="0"/>
              <a:t>9/17/2026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6270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DEB47B-219B-890A-59ED-8F0D1402C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90671-455F-EBEA-DB08-8127BEA22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F7A2AB-6836-33E5-7F30-7E5BBC849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19200"/>
            <a:ext cx="11274552" cy="4671060"/>
          </a:xfrm>
        </p:spPr>
        <p:txBody>
          <a:bodyPr>
            <a:normAutofit/>
          </a:bodyPr>
          <a:lstStyle/>
          <a:p>
            <a:pPr lvl="0" indent="0" algn="ctr">
              <a:buNone/>
            </a:pPr>
            <a:r>
              <a:rPr lang="en-US" sz="7200" dirty="0"/>
              <a:t>QUESTIONS ???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87FE2F-A873-7695-05A5-422AEDD20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17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8B5446-9804-40A2-6914-B3C8061F74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AA2F04D-0026-B552-0E4A-F33DB669D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CF59F-16CF-294B-89B0-023DBFDF062C}" type="datetime1">
              <a:rPr lang="en-US" smtClean="0"/>
              <a:t>9/17/2026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226947"/>
      </p:ext>
    </p:extLst>
  </p:cSld>
  <p:clrMapOvr>
    <a:masterClrMapping/>
  </p:clrMapOvr>
</p:sld>
</file>

<file path=ppt/theme/theme1.xml><?xml version="1.0" encoding="utf-8"?>
<a:theme xmlns:a="http://schemas.openxmlformats.org/drawingml/2006/main" name="Roman fresco">
  <a:themeElements>
    <a:clrScheme name="Roman Fresco">
      <a:dk1>
        <a:srgbClr val="000000"/>
      </a:dk1>
      <a:lt1>
        <a:srgbClr val="FFFFFF"/>
      </a:lt1>
      <a:dk2>
        <a:srgbClr val="000221"/>
      </a:dk2>
      <a:lt2>
        <a:srgbClr val="F3ECE1"/>
      </a:lt2>
      <a:accent1>
        <a:srgbClr val="11338A"/>
      </a:accent1>
      <a:accent2>
        <a:srgbClr val="E6B916"/>
      </a:accent2>
      <a:accent3>
        <a:srgbClr val="11338A"/>
      </a:accent3>
      <a:accent4>
        <a:srgbClr val="B9D2DF"/>
      </a:accent4>
      <a:accent5>
        <a:srgbClr val="412D2B"/>
      </a:accent5>
      <a:accent6>
        <a:srgbClr val="DB4C3F"/>
      </a:accent6>
      <a:hlink>
        <a:srgbClr val="467886"/>
      </a:hlink>
      <a:folHlink>
        <a:srgbClr val="96607D"/>
      </a:folHlink>
    </a:clrScheme>
    <a:fontScheme name="Custom 81">
      <a:majorFont>
        <a:latin typeface="Urdu Typesetting"/>
        <a:ea typeface=""/>
        <a:cs typeface=""/>
      </a:majorFont>
      <a:minorFont>
        <a:latin typeface="Univer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Roman Fresco_win32_EF_v3" id="{0AF11A7C-A41D-41B6-B350-8E2BC476B03D}" vid="{259414C7-5EB5-4AA2-A628-750D76F2361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8F5451F-E621-486E-8A64-50FEB3855E59}">
  <ds:schemaRefs>
    <ds:schemaRef ds:uri="http://schemas.openxmlformats.org/package/2006/metadata/core-properties"/>
    <ds:schemaRef ds:uri="http://purl.org/dc/dcmitype/"/>
    <ds:schemaRef ds:uri="http://purl.org/dc/elements/1.1/"/>
    <ds:schemaRef ds:uri="16c05727-aa75-4e4a-9b5f-8a80a1165891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230e9df3-be65-4c73-a93b-d1236ebd677e"/>
    <ds:schemaRef ds:uri="http://schemas.microsoft.com/sharepoint/v3"/>
    <ds:schemaRef ds:uri="71af3243-3dd4-4a8d-8c0d-dd76da1f02a5"/>
    <ds:schemaRef ds:uri="http://schemas.microsoft.com/office/2006/metadata/propertie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278BD2F9-1572-4D37-B8FD-8AA9FD060A8C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4CC0A7E9-1715-433B-8855-F7DBB272AEE4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{11BA2FF6-7C38-4777-AB7E-668B7DB95CF9}331dd956-868b-498c-ac85-8754876205c5-TF91c547f1-df9a-4c72-b625-a0a7ba9e0dab_win32</Template>
  <TotalTime>141</TotalTime>
  <Words>536</Words>
  <Application>Microsoft Office PowerPoint</Application>
  <PresentationFormat>Widescreen</PresentationFormat>
  <Paragraphs>169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Arial</vt:lpstr>
      <vt:lpstr>Univers Light</vt:lpstr>
      <vt:lpstr>Urdu Typesetting</vt:lpstr>
      <vt:lpstr>Roman fresco</vt:lpstr>
      <vt:lpstr>Task-Based Effectiveness of Basic Visualizations  </vt:lpstr>
      <vt:lpstr>Introduction</vt:lpstr>
      <vt:lpstr>Study design</vt:lpstr>
      <vt:lpstr>experiment</vt:lpstr>
      <vt:lpstr>experiment</vt:lpstr>
      <vt:lpstr>results</vt:lpstr>
      <vt:lpstr>findings</vt:lpstr>
      <vt:lpstr>findings</vt:lpstr>
      <vt:lpstr>findings</vt:lpstr>
      <vt:lpstr>findings</vt:lpstr>
      <vt:lpstr>findings</vt:lpstr>
      <vt:lpstr>User preferences findings</vt:lpstr>
      <vt:lpstr>guidelines</vt:lpstr>
      <vt:lpstr>Application: kopol recommender</vt:lpstr>
      <vt:lpstr>Limitation &amp; future work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Rasa Bhattarai</dc:creator>
  <cp:lastModifiedBy>Rasa Bhattarai</cp:lastModifiedBy>
  <cp:revision>33</cp:revision>
  <dcterms:created xsi:type="dcterms:W3CDTF">2026-09-17T12:13:02Z</dcterms:created>
  <dcterms:modified xsi:type="dcterms:W3CDTF">2026-09-17T20:19:11Z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